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xml" ContentType="application/inkml+xml"/>
  <Override PartName="/ppt/ink/ink20.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xml" ContentType="application/inkml+xml"/>
  <Override PartName="/ppt/ink/ink230.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0" r:id="rId4"/>
  </p:sldMasterIdLst>
  <p:notesMasterIdLst>
    <p:notesMasterId r:id="rId6"/>
  </p:notesMasterIdLst>
  <p:sldIdLst>
    <p:sldId id="488" r:id="rId5"/>
    <p:sldId id="668" r:id="rId7"/>
    <p:sldId id="669" r:id="rId8"/>
    <p:sldId id="670" r:id="rId9"/>
    <p:sldId id="671" r:id="rId10"/>
    <p:sldId id="672" r:id="rId11"/>
    <p:sldId id="673" r:id="rId12"/>
    <p:sldId id="750" r:id="rId13"/>
    <p:sldId id="752" r:id="rId14"/>
    <p:sldId id="753" r:id="rId15"/>
    <p:sldId id="754" r:id="rId16"/>
    <p:sldId id="751" r:id="rId17"/>
    <p:sldId id="723" r:id="rId18"/>
    <p:sldId id="755" r:id="rId19"/>
    <p:sldId id="756" r:id="rId20"/>
    <p:sldId id="757" r:id="rId21"/>
    <p:sldId id="743" r:id="rId22"/>
    <p:sldId id="633" r:id="rId23"/>
    <p:sldId id="765" r:id="rId24"/>
    <p:sldId id="761" r:id="rId25"/>
    <p:sldId id="766" r:id="rId26"/>
    <p:sldId id="762" r:id="rId27"/>
    <p:sldId id="768" r:id="rId28"/>
    <p:sldId id="769" r:id="rId29"/>
    <p:sldId id="763" r:id="rId30"/>
    <p:sldId id="770"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38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9CF6"/>
    <a:srgbClr val="38A1F7"/>
    <a:srgbClr val="2A7AED"/>
    <a:srgbClr val="DEF0FA"/>
    <a:srgbClr val="0064D2"/>
    <a:srgbClr val="575757"/>
    <a:srgbClr val="0070C0"/>
    <a:srgbClr val="5F5F5F"/>
    <a:srgbClr val="A4DAFB"/>
    <a:srgbClr val="609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521" autoAdjust="0"/>
    <p:restoredTop sz="94660"/>
  </p:normalViewPr>
  <p:slideViewPr>
    <p:cSldViewPr snapToGrid="0" showGuides="1">
      <p:cViewPr varScale="1">
        <p:scale>
          <a:sx n="114" d="100"/>
          <a:sy n="114" d="100"/>
        </p:scale>
        <p:origin x="732" y="108"/>
      </p:cViewPr>
      <p:guideLst>
        <p:guide orient="horz" pos="2081"/>
        <p:guide pos="38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5" Type="http://schemas.openxmlformats.org/officeDocument/2006/relationships/tags" Target="tags/tag78.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7.emf"/></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784 367,'6'0,"-1"1,0-1,-1 0,0 0,0 0,4 0,-5 0,1 0,-1 0,1 0,-1 0,1 0,0 0,-1 1,1-1,-1 0,2 0,2 1,1 0,-2 0,1 0,1 0,-1-1,0 1,-1-1,0 0,0 0,1 0,-1 0,-1 0,1 1,-1-1,1 0,-2 0,0 0,1 0,2 0,1 0,0 0,-3 0,3 0,0 0,-1 0,1 0,0 0,0 0,2 0,0 0,1 0,-1 0,2 0,-2 0,0 0,1 0,-2 0,2 0,-2 0,-1 0,0 0,0 1,2-1,-2 0,0 0,0 0,-1 0,-1 0,1 0,1 0,0 0,0 0,0 0,0 0,0 0,-1 0,0 0,1 0,0 0,0 0,0 0,1 0,0 0,1 0,-1 0,0 0,-1 0,1 0,-5-1,1 1,1 0,-2 0,1 0,1 0,-1 0,-1-1,1 1,-1-1,-1 1,1 0,1-1,-2 1,0 0,0 0,3 0,-2 0,1 0,-1 0,0-1,0 1,-1 0,1-1,-1 1,5 0,0 0,0 0,-3 0,0 0,0 0,-1 0,-1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676 169,'2'0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139 655,'5'0,"-1"0,-1 1,0 0,3-1,-3 1,0-1,0 0,0 0,1 0,-1 0,0 0,1 0,0 0,-1-1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163 607,'1'4,"1"1,0 0,-1-2,-1 0,2 2,-1-2,0 0,0 0,3-8,-2 0,0 2,0-1,1 0,-3 1,2 0,0 0,0 0,0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215 636,'-3'0,"0"0,-1 1,2 2,0 0,1 0,0 0,2 0,3-2,-1 1,0-2,0 0,-1-3</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229 643,'-1'4,"0"-1,-1 0,1 0,0 0,1 0,3-1,1-2,-1 0,0-1,0-1,0 1,0-2</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161 666,'0'5,"0"-1,0 0,0-1,0 1,0-1,0 0,0 0,0 0,0 0,0 3,0-2,0-1</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153 711,'4'0,"-1"0,0 0,0 0,0 0,0-3,0 1,-2 5,-3 0,0 2,0-2,2 0,-2 0,1 1,0-1,1 0,-1 2,1-2,0 0,0 0,0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149 711,'1'5,"0"-1,-1 0,0-1,0 1,0-1,0 0,0 0,0 1,0-1,-1 0,-1 0,1 0,5-3,0 0,0-1,-1 0,0 0,0 1,0 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157 757,'0'5,"-1"1,0-2,-1 1,2-1,-1-1,0 0,1 0,-1 0,0 0,1 0,0 2,-1-2,1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153 806,'-2'3,"-3"1,1-1,0 1,-3 0,4-1,0-1,0 0,0-1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157 821,'0'3,"0"1,0 2,0 1,0 2,0-1,1-3,1 0,-1-1,0 0,0-1,-1 0,1 1,-1 0,0 0,1 0,0-1,0 3,-1-3,0 1</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146 914,'6'0,"0"2,-3-1,0-1,4 1,-3 0,0-1,-1 0,0 0,0 0,0 0,0-2,0 2,0 0,0-2</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246 893,'0'-4,"3"1,0 0,0 2,0 1,0 2,-2 1,-1 0,0 0,-1 0,0 0,-3 1,2-1,-1-1,0-2</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246 894,'0'6,"0"-1,0-1,0-1,0 0,0 1,0 1,0-2,0 0,0 1,0-1,0 0,0 2,0-2,0 0,0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280 923,'1'5,"-1"-1,0-1,0 1,0 0,0-1,3-1,0-1,0 0,1-3,-1-3,-1 0,-1 2,1 0,-2 0,0 0,-3 1,0 1,0 0,0 0,0 1,3 4,0-1</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338 937,'3'1</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363 914,'0'3,"0"4,0-3,0 0,0 2,-1-1,0 3,0-3,1-1,-2-1,2 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539 233,'2'0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700 687,'9'0,"0"0,-3 0,-2 0,1-1,-2 1,0-1,0 1</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729 689,'0'6,"0"-3,0 0,-1 0,1 0,-1 0,1 0,0 0,0 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765 692,'1'4,"-1"0,1 0,0-1,-1 1,1 0,0-1</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902 671,'0'5,"0"0,-1-1,0 0,1-1,0 0,0 0,-1 0,0 0,0 1,1-1</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943 642,'-1'5,"1"-2,-2 2,1 0,-1-2,2 0,0 0,-1 0,0 0,1 1,0-1,-1 0,1 0,0 0,-1 0,1 0,1 1,1-1,1-1,1-2,-1 0,0 0,0-3,-1-1,-2 1,1 0,-1 0,-3 2,0 0,0 0,0 0,0 0,0 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993 665,'-5'2,"1"-1,-1 0,2-1</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985 671,'0'3,"0"1,0-1,0 1,0 2,0-3,0 1,0-1</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1024 652,'0'3,"1"0,0 0,0 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1012 674,'4'1,"0"-1,-1 2,0-2,0 1,0-1,0 1</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1014 686,'2'3</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1037 687,'-5'4,"3"-1,-1 0,0 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1011 707,'6'-1,"-2"0,4-1,-1 0,-2 1,-2 0,0 1</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1185 480,'3'0,"1"1,-1-1,1 2,-1-2,1 0,-1 0,2 0,0-1,0 0,-2 1,0 0,0-1,1 0,-1 1,0-1,1 1,-1-1,0 1,0-1,0 1,0 0,0-1,1 1,1 0,0 0,-1-1,2 1,-2 0,0 0,2-1,-3 1,1 0,0 0,0 0,-1 0,0-1,0 1,1 0,-1 0,1 0,0 0,0 0,2 0,2 0,-1 0,-2 1,-1 0,1-1,-2 0,0 0,0 0,0 0,1 0,0 0,0 0,-1 0,2 0,-1 0,0 0,-1 0,1 0,0 0,-1-1,0 1,0 0,0 0,1 0,-1 0,0 0,0 0,0 0,1 0,0 0,-1 0,2 0,1 0,0 0,-2 0,1 0,-2 0,0 0,0 0,0 0,0 0,0 0,0 0,0 0,0 0,0 0,1 1,0-1,-1 1,1 0,2 0,-2 0,2 0,-3-1,0 1,0 0,0-1,0 0,2 0,-2 0,1 0,-1 0,0 0,0 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393 473,'4'1,"0"0,0-1,1 1,-2 0,2-1,2 0,1 0,-1-1,1 0,-1 0,-1 0,-1 1,-1-1,-1 0,3 1,-2 0,2-1,-2 1,1-1,1 1,-1-1,0 1,-1 0,-1 0,0 0,1 0,1-1,-1 1,1-1,3 1,-2-1,0 0,-2 0,0 0,-1 1,2-1,-2 1,0 0,1 0,0 0,-1 0,0 0,1 0,0 0,-1 0,1 0,0 1,-1 0,1-1,-1 1,0-1,0 0,1 1,0 0,-1 0,0 0,0-1,0 1,0-1</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724 337,'3'0,"0"1,0-1,0 2,0-2,0 1,0-1,0 0,0 0,0 0,1 0,-1 0,0 0,0 0,0 0,0 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724 417,'-1'3,"1"1,-1 1,0 0,0-2,-1 3,1-2,-1 1,2-2,0 0,-1 0,1 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736 436,'-1'5,"0"0,-1-1,2 0,0-1,0 0,3-1,0-1,0-1,-2-3,1-1,0 1,-1-1,0 1,-1 0,0 0,0 0,-2 0,-1 3</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708 487,'1'5,"0"-2,0 0,-1 1,0-1,0 0,0 0,-3-3,2-4,2 0,1 1,1 0,0 3,0 1,0 1,-1 1,-1 0,0 1,-1-1,-2 0,-2-2,1 0,0-1,0 0,0 0,0-1</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720 492,'3'0,"1"0,-1 1,1 1,-1-2</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744 492,'0'3,"-2"1,1 0,0-1,0 2,0-2,2 0,2-2,1-4,-2 0,0 0,-1 0,-1 0,-3 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1043 902,'3'-1,"0"-1,0 2,1-2,-1 1,1 0,-1 0,0 0,0 0,2 1,0 0,-2 0,0 0,0 0,0 0,0 0,0 0,1 0,0 0,0-1,-1 1,3 0,-1 0,-2 1,2-1,0 0,2 0,-2 0,2 1,-3-1,0 0,-1 0,1 0,-1 0,0-2,2-1,-1 2,0 0,-1-1</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498 586,'4'0,"-1"0,0 0,1 0,-1 0,0 0,2-1,-2 0,2 1,-2 0,1 0,-1-1,2 1,-2 0,0 0,0 0,0 0,0 0,1 0,1 0,2 2,-2-1,2 0,-3 0,-1 0,0-1,0 1,0 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505 623,'0'3,"1"0,-1 0,1 0,-1 0,0 0,0 1,0-1,0 0,0 1,0-1,-1 2,1-2,3-1,-3-6,0 1,1 0,0 0,1-1,1 0,-2 1,2 1,-2-1,2 2,0-2,0 3,0 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530 656,'4'1,"-1"-1,0 0,0 0,1-1,-1-1,0 0,-1-1,-1 0,-3 0,-1 2,-1 0,1 0,0 0,1 5,2 0,0 0,0 0,-1-1,3 0,1-3,0 1,0 1,0-2,0 1,0-1</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586 635,'-3'0,"0"0,0 0,0 0,-1 0,3 3,2 2,2-3,-1 1,1-1,0 0,0-1,-3 2,0 1,-2 0,0-1,-1-1,0-1,0-1,0 0,0-2,0 2</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582 658,'3'0,"0"0,1 1,-1-1,0-1,0 0,1-1,-1 0,0 0,-3-1,-3 1,0 2,0-1,0 1,0 3,3 0,-1 0,0 0,1 1,-2-1,4 0,1-3,0 1,0 0,0 0,0-1,0 0,-1-3,-3 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636 633,'0'5,"0"0,-1-1,1-1,0 0,0 0,-1 0,0 0,1 0,0 0,3-2,0-1,0-2,-2-1,2 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624 649,'5'0,"-1"1,-1-1,0 0,1 0,0 0,-1 0,0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553 358,'4'0,"1"0,1 0,-2 0,1 0,2 0,1 0,-3 0,2 0,-3 0,1 0,-1 0,0-1,-1 1,1 0,-1-1,1 0,-1 1,1 0,3 0,0 0,-2 0,1 0,-2 0,0 0,-1 0,1 0,-1 0,2 0,-1 0,-1 0,0 0,0 0,0 0,1 0,-1 0,0 0,0 0,0 0,3 0,-3 0,1 0,-1 0,0 0,0 0,2 0,-2 0,0 0,1 0,0 0,0 0,-1 0,2 0,-2 1,1 0,-1 0,1-1,-1 1,2-1,-1 0,0 0,0 1,0-1,-1 0,0 0,1 1,0-1,0 0,1 0,1 0,-2 0,0 0,-1 0,2 0,-2 0,0 0,0 0,2 0,2 0,1 0,0 1,1-1,-1 1,0-1,0 0,-1 0,-1 0,2 0,0 0,1 0,4 1,2-1,1 1,-2 0,-1-1,0 1,-3 0,-2-1,-3 0,-1 0,0 0,-1 0,0 0,0 0,1 0,-1 0,1 0,-1 0,0 0,0 0,1-1,0 1,-1 0,1 0,1 0,2 0,0-1,-2 1,-2-1,0 1,1 1,1 0,-2-1,0 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886 103,'-3'2,"0"0,1 1,-1-1,0 0,1 1,-1-1,2 1,-1 0,1 0,0 0,1 0,2 0,1-3,1 1,-1 1,0-2,0 1,0 0,0-1,0 1,-1-4,0-1,0 1,0 0,-2 0,2 0,-2 0,0 0,0 0,-3 0,0 2,0 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887 109,'0'4,"0"-1,-1 0,1 0,0 0,-1 0,0 0,0 0,0 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936 94,'5'0,"-2"0,0 0,0 0,0 0,-3 3,1 0,-1 0,0 0,0 0,-3 1,0-2,-2 1,2-2,0 0,0-1</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937 85,'0'4,"0"0,0-1,0 0,-1 1,1-1,-1 2,1-1,-1-1,1 0,-1 0,1 1,-1 1,1-1,-1-1,0 1,1 0,-1-1,1 0,0 0,0 0,-1 1,1-1</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955 131,'-1'4,"1"-1,-2 1,1-1,1 0,1 0,1 0,1-2,0 0,0-1,0-4,-2 0,0 0,0 1,0 0,-1 0,0 0,-3 0,0 2,0 1,0 0,1 3</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985 145,'3'1,"0"0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1008 123,'0'5,"-1"-2,1 0,-1 2,-1-1,1 0,-1-1,2 1,-2-1,2 0,-2 1,1-1,1 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871 199,'3'0,"0"0,0 1,0-1,-2 3,0 1,-1-1,0 0,-1 1,-2-2,0-1,0-1,-1 0,1 0,7 2,-1-2,0 1,0-1,0 0,0 0,0 0,0 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869 241,'-3'-1,"0"-1,-1 0,1 0,0 1,0-1,1-2,1-1,0 2,1 0,0 0,1-1,0 1,1-1,0 1,-1 0,2-1,-1 1,0 0,1 0,0 1,0 0,1 1,-1 1,0 1,0 0,1 1,0-1,-1 1,0 0,-1 1,1 0,-2 0,1 0,-2 0,2 0,-2 0,0 0,-2 0,-1 0,0 1,-1-1,1 1,-1-1,0 1,1 0,0-2,0 2,0-3,0 0,1-4</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932 187,'5'1,"-2"0,0 1,-2 2,-1 0,0-1,-2 0,-1-1,1 1,-1-2,-1 0,1-1,0 0,0 1,0-1</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925 191,'0'5,"0"-2,0 0,0 0,0 0,-2 0,0 2,2-2,-2 0,1 3,-1 0,1-2,1 0,-1 0,0 1,1-2,0 0,0 0,0 0,0 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940 218,'0'5,"0"-2,0 0,0 0,-1 0,0 2,1-2,0 1,0-1,0 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952 228,'3'2,"-3"1,1 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967 218,'0'4,"0"0,0-1,0 0,0 0,0 0,0 0,3-3,0-3,1 0,-1 0,-3 0,-3 1,-1-1,1 0,1 0,-1 3</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1022 193,'3'2,"-1"1,-1 0,0 1,-1-1,1 0,-1 0,0 0,-3-1,0 0,-1-1,1 1,0-2,-2 2,2-2,4-3,0 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1022 199,'-1'5,"0"-2,0 0,0 0,-1 0,0 0,1 1,-2 0,1 1,0 2,-1-1,1-2,2-1,-1 0,0 0,1 1,0-1,-1 0,0 0,0 0,0 0,1 0,0 0,0 1,2-8,-2 1,2-1</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1023 236,'0'3,"0"0,0 0,0 0,-2 2,1 0,-1 0,2-2</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1030 255,'3'2</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1045 229,'0'3,"0"0,0 0,0 0,0 1,-1 0,0 1,1-2,0 1,0-1,-1 1</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1061 200,'3'-1,"0"0,0 0,1-1,-1 1,0 1,0 2,-2 1,-1 1,0-1,1 0,-1 0,0 1,0 0,-3-1,2 0,-2 0,0-1,-1-1,1 0,0-1,0 0,2-3,1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1081 209,'0'3,"0"2,-1-2,1 0,-1 1,-1 1,1-1,0-1,0 2,0-1,-1 1,1-2,0 1,1-1,-1 0,0 0,1 1,0-1,0 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1067 203,'0'5,"0"1,0-1,0-1,-1 1,1-2,0 0,-1 1,0-1,1 0,0 0,0 0,0 0,-1 0,1 0,0 1,0 0,0-1,0 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1093 228,'0'6,"-2"-2,1 0,0 0,1 1,-1-1,0-1,1 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1099 246,'2'4,"-2"-1</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1104 241,'0'3,"0"0,0 0,0 0,0 0,0 1,4-5,-1-1,-1-1,1 1,1 2,-1 0,2 0,2 0,-2 0,-1 0,-1 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1128 222,'-1'5,"1"-1,-1 1,0 2,1 1,-1-1,0 0,1-1,0-3,-1 0,1 0,0 0,0 0,0 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1298 177,'0'7,"-1"-2,0 1,-1 1,1 0,-1 1,1-2,0 2,-1 0,1-2,0-2,1 2,-1-2</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1302 186,'6'-3,"-1"1,-2 0,-1 5,-1 0,0 0,-1 0,1 0,-1 0,0 1,-1-1,-1 0,-3-2,1 0,1 0,-1 0,1-1,0 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1330 220,'-5'7,"5"-2,-1-1,-1 1,1-2,0 0,1 1,0 0,3-3,0 0,0-1,0 0,2-1,-2-1,1-1,-1 1,-1-1,1-2,-3 2,0 0,0 0,0 0,-1 0,-2 1,1-1,-1 3,0 0,0 1</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1404 182,'0'7,"-1"-4,0 1,-1 2,0 1,-1 1,2-3,-2 3,2-2,-3 1,1 1,0 2,0 1,1-1,0-2,1-3,0 1,0-1,0-2,1 0,0 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1425 204,'0'-3,"3"1,0 3,-2 2,1 0,-1 0,0 0,0 0,0 0,-1 0,0 0,-1 0,0 0,-2-2,0 1,0-1,0 0,0-1,0 1,2-6,2 2,0-1</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1428 211,'-1'5,"-1"-2,0 3,1-2,0 1,0-1,0-1,0 0,1 1,-1-1,0 0,1 0,0 0,0 1,0 0,0 0,0-1</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1447 253,'0'5,"0"-2,0 0,-1 2,0 0,0-2</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1505 237,'3'0,"0"1,-1 2,-2 1,-1-1,-2 0,-1-1,1 0,-2-1,2 0,-1-1,8-1,1 0,-1 1,-1-1,2 1,-1-2,-1 2,0 0,0 0,0 0,1 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1540 218,'3'0,"1"2,0 0,-1-1,0 1,-3 1,0 0,-3 0,1 0,-1-1,0-2,6-2,0 3,0 1,-1 1,-1 0,-1 1,-1 0,-2-2,-1 2,1-3,0 0,0-2</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1571 229,'-1'3,"0"0,1 0,1 0,3-3,-1 0,0 0,0 0,1-1,0 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1575 225,'1'3,"-1"1,0-1</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1576 237,'0'4,"0"-1,0 0,0 0,-1 0,0 0,0 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1601 215,'0'3,"0"0,0 0,0 1,0-1,1 0,2-1,0 0,-3 2,0-1,0 0,-3-1,-1 1,1-1,0-2,0 1,0-1</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1588 226,'4'0,"-1"1,0-1,1 2,-1-1,0-1,0 1,0 0,0-1,0 0,0 0</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970 445,'8'-3,"-1"2,0 1,-3 0,1 0,0 0,-1 0,-1 0,0 0,1 0,-1 0,1 0,-1 0,0 0,0 0,0 0,2 0,-2 0,0 0,1 0,0 0,-1-1,0 0,0 1,0 0,0 0,0 0,2-1,-1 1,1 1,0 0,0-1,-2 0,0 0</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405 449,'3'0,"1"1,0-1,3 0,1 0,0 0,0 0,-1 0,-3 0,0-1,0 1,-1-1,2-2,-2 3,0-2,1 1,0 0,0 0,0-1,-1 2,0-1,0 1</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1464 465,'7'-2,"-2"1,3 0,-1 0,0-1,1 1,0-1,0 1,-1 0,1 1,-1-1,-1 0,-2 0,1 0,-1 1,-1 0,1-1,-1 0,2 0,-1 1,0-1,0 0,-1 1,0-1,0 1</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210 721,'3'0,"4"0,0-1,1 0,-1 0,0 0,-2 1,1-1,-2 1,-1 0,0 0,4-2,-3 1,0-1,-1 2,2 0,-1 0,-1 0,0 0,0 0,0 0,0-1,1 0,0 0,1 1,-2-1,0 1,0 0,0 0,0 0,1 0,-1 0,1-1,0 1,1 0,-1 0,1-1,1 1,0 0,-1-1,-1 0,0 1,1-1,-2 1,0 0,0 0,1 0,-1 0,0 0,0 0,1 0,-1 0,0 0,0 0,0 1,0-1,0 0,0 0,0 0,0 0,1 1,-1-1,1 0,0 1,0-1,-1 0,1 0,1 1,0-1,-1 1,1-1,-2 0,0 0,1 0,1 0,-2 0,0 0,1 1,0 0,-1-1,1 1,0-1,-1 1,0-1,2 1,-2-1,0 0,0 0,0 0,0 0,0 0,0 0,1 0,0 0,0 0,0 0,2 0,-2 0,-1 1,0-1,0 0,0 0,2 0,-1 0,-1 0,0 0,2-1,-2 1,0 0,0-1,1 1,-1 0</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369 702,'0'4,"-1"1,0-2,1 0,0 0,3-2,0 0,0-1,1-5,-3 1,2 1,0-2,-1 2,0-1,-1 1,0 0,-4 0,0 2,0 1,-1-1,1 2,0 2,0-2,1 2,-1-3</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407 702,'0'4,"0"1,0-2,-1 1,1-1,3-3,0 1,0-1,2-3,-3 0,2-1,-4 1,2 0,-1 0,-1 0,-3 1,0 2,-1-1,1 1,0 0,0 1</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450 702,'0'3,"-1"0,0 0,0 0,4-3,0-1,0 0,2-1,-2 0,0 1,-2-2,0-1,-1 1,0 0,0 0,-3 0,0 3,0 0,0 2,1 1,0 0,-2 0,1 0,-1-1</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572 699,'-1'6,"-1"-3,0 0,1 0,0 0,0 0,1 0,0 0,1 0,1 1,1-2,0-1,0-2,-1-2,-2-1,2 1,-2 0,2 0,-2 0,-1-1,1 1,-1 0,0 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615 706,'-1'4,"0"-1,0 0,0 2,1-1,0-1,1 0,2-3,1-2,-1-2,0 1,-2 0,0 0,-1 0,0 0,-3 2</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650 976,'5'0,"-2"1,0-1,1 1,1-1,-1 0,1 0,-2 0,0-1,0 1,0 0,0 0,0 0,1 0,2 0,1 0,1 0,-1 0,-2-1,2 0,-4 1,1 0,1 0,-2 0,3-1,-3 0,0 1,2 0,-1-1,0 1,-1-1,0 1,0 0,0-1,3 0,-1 1,2-1,0 1,0 0,1 0,-3-1,1 1,-1-1,-2 1,2 0,-2 0,0 0,0 0,3 0,-2 0,1 0,-1 0,0 0,0 0,0 0,2 0,-1 0,-1 0,0 0,-1 0,0 0,1 0,-1 1,0 0,2 0,-2-1,1 0,-1 1</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27 563,'2'0</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491 311,'4'0,"-1"2,1-2,-1 0,0 0,0 0,0 0,1 0,-1 0,0 0,0-1,0 1,0 0,0 0,0 1,0 0,2 0,-2-2,0 1,0-2,2 1,-2 0,1 0,-1 1,0-1,0 1,0 1,0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593 316,'2'0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578 311,'3'0,"0"1,0 0,2-1,-2 0,0 0,0 0,1-1,2 0</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687 318,'15'-1,"-6"0,-1 1,-1-1,-3 1,0-1,-1 1,0 0,1-3,1 2,-2 0,0 0,0 0,3 1,-3-1,1 1,-1-1,0 1,1 0,1 0,-2 0,0 0,0 0,0-1,0 1,0-1</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210 370,'8'0,"-2"0,0 0,-2 0,0 0,0 0,2 0,-3 0,0 0,0 1,0-1,0 0,2 0,-2 0,0 0,2 0,-2 0,1-1,-1 1,0 0,1-1,-1 1,1-1,-1 1,1 0,-1 0,0 0,0 0,0 0,0 0,1 0,-1 0,0 0</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381 374,'4'0,"1"0,-2 0,0 0,1 0,-1 0,1 0,-1 0,1 0,0 0,-1 0,0 0,0 0,0 0,0 0,0 0,2 0,-2-1,0 1,0 0,0 0,0 1,1 1,-1-2,0 1,0 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525 366,'8'0,"-1"0,1 0,-1 0,1 0,1 0,-1 0,-2 0,-1 1,1-1,-2 0,-1 0,5 0,-3-1</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666 369,'7'3,"-2"-1,0-1,0-1,0 0,1 0,0 0,0 0,-1 0,1 0,-1 0,-2 0,0 0,2 0,-2 0,0 0,0 0,0 0,0 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204 655,'5'1,"2"2,-1-1,-1-1,2 0,-2-1,4 0,-1-2,-1 1,0 0,-2 0,1 1,-1-1,-1 1,1-1,-1 0,-1 0,0 1,1 0,-1-1,0 0,0 1,0 0,2-1,-2 1,2 0,-2 0,0 0,0-1,0 1,1-1,-1 1,0 0,0 0,0 0,0 0,0 0,0 0,1 0,-1 0,2 0,-1 0,0 0,0 0,-1 0,0-1,1 0,-1 1,1 0,0 0,0 0,0 0,2 0,-3 0,2 1,2 0,-3-1,-1 0,0 0,0 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30 664,'-2'4,"0"0,0-1,1 0,1 0,3-2,0 1,0-2,0 0,0-5,0 3,1-1,-1 2,0 0,1 0,-2-2,-2 0,-3 2,-1-1,1 0,0 1,0 0,0 1,0 3,0-1,0 0,1 1</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63 682,'3'2,"0"-1,0 0</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100 643,'0'6,"0"0,-1-2,1-1,-1 0,0 1,1-1,-1 1,1-1,0 0,0 0,-1 1,1-1,-1 1,0-1</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138 654,'-3'-1,"0"0,0 4,1 0,0 0,1 0,1 0,0 0,3-3,0 0,-1 3,0 0,-2 0,1 1,-3 1,0-2,-2-2,0-1,1 0,0-1</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49 755,'1'9,"0"-4,-1-2,0 0,0 0,0 1,1-1,0 1,-1-1</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74 747,'0'4,"0"-1,0 0,0 0,0 0,1 0,3-2,-2-4,1 0,0 0,-2 0,0 0,-1 0,0 0,-1 0,-2 1,0 2,0 0,0 0</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37 827,'-3'0,"0"-1,0 2,1 2,1 0,0 0,0 0,0 0,0 0,1 0,0 0,1 0,2-2,0-1,0 1,0-1,0-1,0-1</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129 740,'-3'0,"0"0,0 1,1 2,-2 0,2 0,-1-1,-1 1,4 0,3-2,0-1,0 2,-1 2,-1-1,-1 0,0 0,-2 0,-1-1,0 1,0-1,-1-2,1 1</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53 829,'2'4,"-2"-1,0 0,3 0,0-2,0-2,0-1,0-1,-2 0,-1 0,0 0,0 0,0 0,-2 0,-2 4,1 1,0 2,-1-1,0 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43 808,'0'4,"0"-1,0 0,0 0,-1 0,0 1,1-1,-1 0,0 0,1 0,0 0,-1 0,0 0,1 1,-1-1,-1 0,1 0,-2 1,3-1,3-11,-1 0,0 3,-1 2,0 0</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45 804,'0'3,"1"2,-1-1,0 2,0-1,-1 1,0 0,-1-2,2-1,-1 0,0 0,0 0,1 2,0-2,-1 2,-1-1,1-1</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96 815,'0'3,"0"1,0-1,-1 0,1 1,1-1,2-2,0-1,0-1,0-1,1-1,-2 0,-1 0,-1 0,-4 1,1-1,0 2</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38 811,'0'5,"0"-1,0 1,0-2,-1 1,1-1,-1 1,1 0,0 0,0-1,-1 0,0 1,1-1,0 0,0 0,3-3,-1-3,-2-2,0-1,0 2,0 1,-1-1,1 0,-1-1,1 1,0 1,0 0,0-1,0 1,0 0,0 0,1 0,0 7,-1 0,-2 1,2-1,-1-1,1 0,0 0,-1 1,0-1,1 0,0 1,-2-1,1 0,0 0,0 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398 772,'3'0,"6"0,-2 0,0 0,-3 0,0 0,0 0,-1-1,0 1,0 0,0 0,2-2,0 2,-2 0,0 0,0 0,0 0,1-1,-1 0,0 1,0-1,4 1,-3 0,-1 1,1 0,-1 0,0-1,0 0,0 0,0 1,0 0</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552 771,'6'0,"0"1,-2-1,3 0,-3 0,1 0,1 0,-3 0,1 0,-1 0,0-2,0 2,1-2,-1 1,3 1,-2 0,1-1,-2 1,1 0,0 0,1 0,-2-1,0 1,0-1,0 0,1 0,1 1,0 0,2 0,2 0,2 1,4 0,-2 0,-1-1,0 0,-1 1,-5-1,-9-3</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1449 495,'4'0,"-1"1,2-1,0 1,2-1,0 0,-2 0,0 0,1 0,-1 0,1 0,-2-1,-1 0,0 1,1 0,0 0,-1-1,1 1,2 0,-2 0,0 0,0-1,-1 0,1 0,-1-1,0 1</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1638 444,'3'0,"1"0,-1 0,1 1,-1 0,0 3,-3-1,-1 0,-1 0,-1-1,0-1,0 1,0 0,0-2,0 1</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1639 446,'0'4,"0"-1,-1 2,1-2,-1 1,1 0,0 1,0-2,0 2,0-2,0 0,0 0,0 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1651 472,'0'4,"0"-1,0 0,0 0,1 0</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1665 477,'3'1</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1685 462,'0'5,"-1"-1,1-1,-1 1,1-1,-1 1,1 0,0-1</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1726 434,'4'-3,"-1"2,1 2,-1 3,-1-1,0 1,-2-1,0 0,-1 0,-1 0,-2-1,1 0,0 0,0-1</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1729 448,'0'5,"-1"-2,-1 0,1 2,-1 0,2-1,-3 1,2 0,-1 0,1-2</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1731 477,'0'3,"-1"1,1-1,-1 1,0-1,0 0,0 0</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1743 487,'0'3</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1760 480,'0'3,"0"0,0 0,0 0,3-1,0-2,1 0,-1-2,-1-1,0 0,-2 0,0 0,-3 0,0 2,0 1,0-1,0 1,0 0,0 0</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1257 540,'4'0,"0"0,-1-1,1 1,1-1,3 1,1-1,-1 0,2 0,0 0,-1 1,2-1,-2 1,-1-1,1 0,-3 0,0-1,-1 1,-1 0,-1 0,0 1,1-1,0 0,-1 0,1 1,1 0,1 0,-2 0,0 1,2 1,1-1,-1 0,2 0,0 1,-4-1,1-1,-2 0,1 1,-1 0,1 1,0-2,0 0,-1 0,1 0,-1 0,1 0,2 0,1 0,0 0,-3 0,0 0,0 0,0-1,-1 1,0 0,2-1,-2 0,0 1,0-1,0 0,1 1,-1-1,1 1,-1 0,0 0,0 0,1 0</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1587 548,'0'3,"3"0,0-2,0 0,-3-4,0 0,-3 2</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823 637,'4'0,"6"0,-2 0,1 0,0 0,1 0,-1 0,-2 0,-3 0,0 0,-1 0,1 0,0-1,0 0,-1 0,2 0,-1 0,3-1,0 2,1-1,-3 1,-1 0,1 0,-2 0,0 0,2 0,-2 0,0 0,1 0,2 1,-1-1,2 0,-3 0,2 1,2-1,-4 0,1 0,-1 0,-1 0,0 0,0 0,0 0,0-1,0 0,0 0,0 1,0-1,0 1,0 0,0 0</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1162 641,'6'0,"-2"0,3 0,-1 0,4 1,1 0,-2 0,1 1,-2-1,0 0,0 1,0-1,-1 0,1-1,0 0,0 0,-2 0,-2 0,-1 1,2 0,-2 0,5-1,-2 1,0-1,0 0,-1 0,3 0,-1 0,-1-1,2 0,-1 0,0 1,1-1,0 1,-1-1,-3 1,0-1,0 1,-1 0,0-1,1 1,-1 0,2-1,0 1,1 0,1-1,-1 1,1 0,-1 0,-1-1,0 0,-1 1,-1-1,0 0,0 0</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432 492,'9'0,"1"0,0 0,0 0,0 0,2 0,0 0,0 0,1 0,-1 0,0 0,0 0,3 2,0 0,1-1,1 0,-3-1,-2 1,-3-1,0 0,0-1,-3 0,0-1,-1 0,-1 1,0 1,1-1,0 0,1 1,-2 0,-1 0,0 0,0-1,0 1,0 0,0 0</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1025 110,'0'5,"1"0,-1 2,1-1,0-1,-1 1,0-1,0-1,1 0,-1-1,1 1,0 2,-1-3,0 2,0-2,0 0,1 0,-1 0,0 1,0-1,0 0,0 1,0-1,0 0,0 0,0 0,6-2,-3-3,2 1,-2 0,4-2,0 2,3-2,-2 1,3 0,2-1,1 1,1-1,0 1,1-2,0 1,-5-2,-1 2,2-2,2 0,3-2,5 1,10-1,-6 4,-1 2,-8 0,-4 1,-2-1,-4 1,-4 0,1-2,-1 0</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209 123,'-2'3,"0"0,0 0,0 2,1 0,-2-3,3 1,-1 0,0 1,0 0,1-1,0 0,0 1,1-1,0 0,0 0,1 0,1-1,1 0,0 0,-1-2,0 1,0-1,0 0,1 0,0-1,0 0,-1 0,0-1,0 1,0 1,0-2,1 1,0-2,-1-1,-1 1,1-1,-1 1,0-1,0 1,-1-1,0 1,1 0,-1 0,0 0,-1-1,1 1,-1 0,-3 1,-1 1,1 0,-1 0,1 1,0-1,-1 0,0 1,-1-1,2 0,-2 1,0-2,1 1,0-1,0 1,0 0,0 0,1 0,0 1,-1 0,1 0</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232 537,'-7'3,"4"-1,-2 0,1 0,-1 1,2-1,-1-1,1 1,0-1,0 1,2 1,-1 0,-1 3,2-3,-1 1,1-1,1 0,3-1,0-1,1 0,-1 1,0-1,0 0,0 0,2 6,-1-3,-1 0,0 0,0-2,0 0,1 1,0-1,-1-1,0 0,0-1,1-1,-1-1,2-1,0 2,-1-1,1 1,-2 0,0-1,-1-1,0 0,0 0,-1 0,-1-1,0 1,0 0,0 0,-1-1,-1 0,0-1,0 2,0-2,0 1,1 0,-1 1,-1 0,0 2,0 0,0 0,0 0,-1 0,1 0,0 0,-1 0,1 1</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77 727,'2'0</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1420 116,'-1'3,"0"0,0 2,0-2,-1 0,2 0,-1 0,1 0,3-1,0-2,0 0,0-2,-1-1,0-1,-2 1,0 0,0 0,-1 0,-2 2</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1454 119,'-1'4,"-1"0,2-1,-1 0,1 0,3-1,1-1,0-1,-1 0,0-2,-3-1,1 0,0 0,0 0,-1 0,0 0,-3 1,0 1,0 1</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1495 116,'-2'3,"0"0,0 0,1 0,1 0,3-3,0 1,0-1,0 0,0-2,-1-1,-1 0,0 0,-1 0,-3 3,0-1,0 1</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1538 91,'0'6,"0"-1,0 0,0 2,0 0,-1-2,1 3,-1-3,0 0,1-1,0 1,0-2,0 0</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1582 109,'-3'3,"0"0,0 1,1-1,2 0,-1 1,0-1,4-1,0-2,0 0,0-1,1-1,-3-1,2 0,-2 0,1 0,-1 0,-1 0,-2 0,-1 2</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1624 95,'0'6,"0"-2,-1 0,1 0,-1 1,1-1,0 0,-1-1,1 1,-1 2,0-1,1 1,-1-2,0-1,1 0,0 0</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1654 113,'-1'4,"-1"-1,1 1,1 0,-1-1,1 0,2 0,1-2,0-3,0-1,0 1,0-1,-1 0,-1 0,-1 0,-3 1,0 1</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1698 115,'-3'2,"1"1,0 1,0-1,2 0,0 0,3-2,0 1,0 0,0-1,1-5,-3 1,1 0,-1 0,-1-1,1 1,-4 2,0 1,0 0</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1419 195,'-3'3,"2"0,-1 0,1 0,1 0,0 0,0 0,1 0,3-1,-1 0,0-2,1 0,-1-2,1-2,-1 1,-1-1,0 1,-1 0,0 0,0 0,-4 2,0 0,0 0,0 1,0 0,0 1</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1461 195,'-1'3,"0"1,-1 1,1-1,1-1,2 0,1-2,0 1,2-1,-2-1,0 0,0 0,0 0,0-1,-2-2,0 0,0 0,-1-1,0 1,0 0,0 0,-2 0,-1 2,0 0,0 1,0 0,0 0,0 0,-1 1,0 1,1-1,-2 1</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1501 196,'1'3,"0"0,0 0,0 1,1 0,1-2,0-1,0-2,0 0,0-1,0 1,-3-2,0 0,-1 0,0 0,-1 0,-1 1,-1 2,1 0,-2 1,1 0,0 0,0 0,1 0,0 1,0 0</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1532 184,'2'4,"-1"1,-1-2,0 0,0 0,0 0,0 1,0 1,0-2,0 0,0 0,0 0</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1573 192,'0'3,"-2"0,0 0,1 2,1-2,1 0,2-1,0 0,0-1,1-1,-1-2,0-2,-3 1,0 0,0-1,0 0,0 1,-2 0,-1 3,0 0,-1 0,0 0,1 1</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1619 200,'0'4,"-1"-1,1 1,0-1,1 0,4-2,-2-1,0-1,1 1,0-1,-1 1,-2-3,-1 0,0 0,-1 0,-2 0,0 2,0 0,0 1,-1 0</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1667 176,'0'4,"0"1,0-2,0 2,0-2,-1 0,1 1,0-1,0 1,0-1</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1701 184,'-5'7,"5"-4,-1 0,0 1,0-1,1 0,2 0,1-2,0 2,0-2,-1-4,0-1,0 1,-1 0,0 0,-1 0,1-1,-1 1,0 0,0 0,-4 2,-1 1,1 0,-1 0,0 0,0 1,-1 0,3-1</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753 508,'5'2,"-1"0,-1 0,2-1,-2 0,1-1,-1 0,0 0,0 0,0 0,1 0,-1 0,0 0,0-2,1 1,0 1,-1-1,3-3,-3 3,0-1,0 0,-1-1,0 0,-1 0,0 0,-1-2,0-1,0 1,1 1,-1 0,1 1,0 0,0 0,-1-2,0 1,0 0,0 0,0 1,-1 0,-1-1,0 0,-1-1,1 0,-1 3,0-1,0 1,-1 0,0 1,1 1,0 0,-1 0,-1 0,2 1,-1-1,1 1,0 1,-1 1,0-1,0 0,1 0,0 1,0 1,-1 1,0-1,1 0,-1 1,2-2,2 0,0 0,0 0,0 2,0-2,0 0,1 0,0 0,0 0,-1 0,1 0,-1 0,0 1,1-1,0 2,1-2,0 0,2-1,-2 2,1-3,0 0</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763 287,'0'6,"0"0,0-3,0 1,0 1,0-2,0 0,0 0,1 1,2-2,1 0,0 0,0-2,-1 0,0 0,0 0,2 0,-2 0,0-1,2-1,-2 0,0 0,1 0,-1 1,0-1,1-1,-3 0,2-2,-2 2,1-1,0 0,-1 0,-1 1,0 0,0 0,-5 1,1 1,-1 0,2 0,0 1,-1 0,1-1,0 1,0-1,-1-1,0 0,1 2,-1-2,1 2,0 0,0 0,-1 0,1 0,0 1,0 1,0 0</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1547 242,'-4'4,"0"-1,0-1,1 0,0 0,0-1,0 1,0 1,0-1,0 1,7-2,-1-2,0 1,0 0,2-1,-2 0,1 0,-1 1,1 0,0 0,0-1,-1 1,0-1,-6-2,0 0,1 0,-1 1,0 2,0-2,0 1</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1538 245,'2'3,"1"2,1 0,-1 1,1 0,0-1,-2-1,1 0,0-1</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1530 245,'1'5,"0"0,0-1,0-1,0 0,0 0</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1462 397,'5'-4,"8"-4,-3 3,-2 0,-1 1,-3 2,0 0,-1 1,0 1,-2 3,-1 0,1 2,0-2,0 2,0-1,-1 0,0-1,-2 0,-1 0,0-1,-1 1,1 0,0-2,0 1,-1 0,1 0,0-3,3-2</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1496 392,'0'4,"0"1,0-1,0 5,0-3,0 1,0-2,0 1,0-2,-1 0,1-1,0 0,0 1,1-1</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1552 389,'0'4,"0"0,0 0,0 2,0-2,0 1,0-1,0-1,0 0,0 0,0 0,0 0,0 0,0 0</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1669 384,'3'0,"0"1,1 1,-1-1,-1 2,-1 1,-1-1,1 0,-1 0,0 1,0 0,-1-1,-2-2,-1 2,1-2,0 0,0 0,0 0,0 0</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1657 424,'3'0,"2"0,0-3,-1 3,1-2,0 1,-2 1,2-1,0-1,-1 1,-1 1,0 0,0-1,1 1,-1 0,0 0</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1732 373,'0'5,"-1"-1,1-1,-1 0,-1 0,2 0,-1 0,1 0,-1 0,4-2,0-1,1 0,-1 0,0 0,1-2,-1 2,0-1,0 1,0 0</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1755 358,'-2'4,"1"3,0 1,-1 1,0 2,0-1,1-6,0 2,-1-2,2 2,-1-2,1-1,0 0,0 0,0 0,0 1,0-1,0 1,0-1,0 1,0 1,-1-1,1 0</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1621 387,'-1'5,"-1"0,1-2,1 0,0 1,0-1,0 0,0 0,3-1,0-2,0 0,0 0,0-4,0 0,-2 1,0 0,-1 0,0 0,-3-1,0 1,0 1,0 0,0 1</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1649 395,'4'3,"-2"1,3 1,-2-1,0 0,-1 0</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1670 392,'-4'4,"0"0,1 1,-1-1,3-1,-1 0,1 0,-1 0,0 2,-1-1,1 0</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1646 519,'5'0,"-1"1,1 0,-3 2,0 0,-1 0,-1 0,-2 1,-1-1,0-1,0 1,-1-2,1 0,0-3,3-2</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1645 526,'0'5,"0"-2,0 2,0 0,0-1,0 1,0-1,-1 0,0 1,0-1,1 0,-1-1,1 1,0 2,0-3,0 1,0-1,0 0,0 1</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1672 543,'1'4,"-2"-1,1 0,-2 0,2 0,0 0,-1 0,2 0,2-3,1 0,2-4,-4 0,2 2,-1-1,-1 0,-1 0,-1 0,0 0,0 0,-2 0,-1 1,0 1,0 2,-1 2,1 0,0-1</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1631 529,'6'0,"-3"0,2-3,-2 3,0-1,0 0</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1635 532,'-2'3,"0"1,1-1,1 0,0 0,0 0,0 1,0 0</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1626 565,'4'0,"-1"0,0-1,0 0</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1451 416,'3'1,"0"-1,0 0</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1465 421,'-1'9,"-1"-5,1 0,0 0,-1-1,1 0,0 0,1 0</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1452 453,'4'1,"2"-1,-3-1,0 0,3 0,0 0,1-1,-1 1,-3 1,0-1</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1733 526,'5'1,"-2"2,-3 0,0 1,0 1,0-1,-1-1,0 0,-1 0,-2 1,1-3,0 1,0-1,0-1,0 1,9-1,-3 0,1-2,1 2,-2-2,0 1,2-1,-2 2,0-2,0 2,0 0,0 0</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1769 521,'4'0,"-1"1,0 2,-1 0,0 0,0 0,-2 0,-1 2,-2-2,-1 1,0-1,2 0,-1-2,-1 2,9-5,0 0,0 1,-1 0,0 1,-1-1,0 1,0-1</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728 323,'6'0,"-3"0,1 0,-1 0,1 0,0 2,-1-2,1 0,1 0,-1 0,0 0,0 0,-1 0,0 0,0 0,0 0,2 0,-2 0,1-1,-1 0,0 1,1 0,-1-1,2 1,-2 0,1 0,2 0,-3 0,1 0,1 0,-2 0,2 0,-2 0,1 0,0 0,-1 0</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1607 95,'0'3,"0"4,0-4,-1 0,1 1,-1-1,0 1,1 0,0-1,-1 0,1 0,0 0,0 1,0 1,0-2,1 2,-1-2,0 2,0-1,0 0,0-1,0 0,0 0,0 1,1-1,0 1,0 0,1 0,0-1,-1 0,0 0,2 0,0 0,0 0,0 0,0-2,0 2,1-3,-1 0,0 1,3 1,-1-1,-1 0,-1-1,1-4,-2 1,-1-2,0 1,0 1,0-1,-1 1,1 0,-1 0,0-1,0-1,0 2,0-2,0 2,0 0,0 0,0 0,0 0,0 0,0 0,-1-1,1 1,-1-1,0 1,1 0,-1-1,1 0,0 0,-1 1,0-1,0 0,0 0,0 0,-1 1,1 0,-2 0,1 0,-1 2,-1 0,1 0,0 1,0-2,-1 1,1-2</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883 690,'2'4,"1"1,0 3,-1-3,0 0,-1-1,1 0,1-1,-1 0,1 0,0-1,1-1,2-5,1 0,4-2,0 0,4-2,3-2,1 0,-1-1,-2 3,-6 2,-6 5,-1-2</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336 238,'0'6,"-1"-1,1-1,0 0,-1 0,1-1,0 1,1-1,3-3,0 1,-1-1,2-1,-3-2,1 1,-1-1,0-2,-1 0,-1 2,0 0,-2 0,-1 0,1 0,-2 2,1 1,0-1,0 0</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437 211,'0'5,"0"-2,0 2,0-1,0 0,0 0,0 0,0 0,0-1,0 0,0 1,0-1,1 1,-1-1,0 1</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900 858,'0'6,"-1"-2,-1 2,0-1,1 0,-1 1,2-3,-1 1,0-1,0 2,1-1,0-1,0 1,1-1,3 2,-2-2,1 1,-1-1,2 0,-2 1,3-1,-1 1,0 0,0-1,-1-2,0 0,0 0,0-1,0 2,1-1,-1-1,1 1,0-1,1 0,2 0,-2-2,-1 0,1 1,-1-1,-1 1,0 0,1 0,-1 1,2-3,-1 1,2-5,-3 2,3-5,-4 6,0 0,-1 1,-1 0,1-2,0 0,-1 1,0-1,-2 1,-2 2,-1-1,1 3,1-1,-2-1,2 1,-2-1,2 0,0 1,-1 1,1 0,0 0,0 0,0 0,-2 0,0-1,1 1,1 0,0 0,0 0,0 0,-2 1,1 0,1 0,-2 1,2-1,0-1,-1 1,1-1,-1 0,1 0,-1 0,1 0,0 0,0 2,0 0,4-5,2-1,0 1</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525 721,'-3'0,"-1"0,1 0,0 0,-1 0,1 1,0-1,0 1,-1 2,0-2,-1 1,0 1,2-2</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512 720,'-3'1,"0"-1,0 2,0 1,-1-1,0 0,2 2,0 0,1-1,0 0,0 1,1-1,0 1,0-1,0 1,0-1,0 0,1 1,2-1,-2 0,4 2,-2-2,0-2,0 2,0-2,1 0,1 1,-2-1,3 1,1 0,1-1,1 1,0-2,-2 0,-2 0,2-3,-2 1,-1 0,1-1,0 1,-2 2,0-2,-1-1,1 1,-1-1,0 0,-1 0,1 0,-1 0,1-1,0 1,-1 0,-1 0,-1 0,-2 0,0 1,-1 1,0-1,0 0,0 0,0 0,1 0,-1 1,1 0,0 1,0-1,0 0,0 0,-1 0,1 1,-2-1,1-1,1 1,-2 0,0-1,0 2,0-1,0 0,0 1,1 0,0 0,1 0,0 0,0 0</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1272 878,'8'0,"-2"-1,0 0,-1-1,1 1,-3 1,0 0,0-2,0 2,2 0,-2 0,2 0,-1 0,-1 0,0 0,0 0,1 0,-1 0,0 0,0 0,0 0,0 0,0 0,1-1,-1 0,0-1,-1-1,-2 0,2 0,-2 0,0 0,1 0,-1 0,0 0,-1 0,0 0,-1 0,0 0,-2 0,0 2,1 0,0 0,0 1,-1 0,-1 0,2 0,-1 0,1 0,0 0,0-1,-1 1,0-1,1 1,0 0,0 0,-1 1,0 0,1 0,0 0,0 0,0 0,0-1,-1 1,0-1,1 2,0-2,1 4,1 0,-2 1,1-1,1-1,0 0,0 0,0 1,0-1,1 1,0-1,1 0,1 0,1-2</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1398 844,'2'4,"-1"-1,0 0,-1 0,2 0,-2 0,5-7,-1 1,-1 0,3-1,-1 0,2-2,2 2,-3 0,0 0,-1 1,-2 1</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355 937,'5'-1,"-2"1,1-1,-1 1,1-1,-1 0,0 1,0 0,1 0,0 0,-1-1,1 1,-1-1,1 0,-1 1,1 0,-1-1,0 1,0 0,1 0,0 0,-1 0,0 0,0 0,0 0,0 0,0 1,1-1,-1 0,1 0,0 1,0-1,0 0,-1 0,1 0,0 2,-1-1,2 0,-1-1,0 1,0-1,1 0,-1 1,0-1,0 0,-1 0,2 1,-2-1,2 0,0 1,2 1,-2-1,3-1,-1 1,-1-1,2 0,-4 0,0 1,-1-1,0 0,7 0,-4 0,1 0,1 0,2 0,-2 0,2 0,0 0,-4 0,1-1,-1 1,-1 0,0 0,0 0,0 0,-1 0,0 0,1-1,-1 1,-1 0,1 0,0-1,-1 1,1 0,0 0,6 1,0 0,2 0,7 2,-4-3,3 1,-1-1,-1 0,4 0,-7 1,0-1,-1 0,-1 0,-3 0,0 1,-1-1,-3 1,1-1,1 1,-2 0,3-1,-1 1,1 0,-2-1,-1 0,0 1,1-1,-2 1,0 0,1 0,3 0,-1 0,-2 0,3-1,-2 1,0-1,0 0,-1 0,0 0,1 0,1 2,-3-2,0 0,2 1,0-1,1 1,1-1,-2 1,3-1,2 2,-2 0,3 0,0 0,1 0,1 0,0 0,-3-1,4 0,-2-1,-2 0,1 0,-1 0,0 0,-1 0,-1 0,0 0,0-1,1 0,-4-1,0 0,-2 1,0 1,1 0,0 0,4 0,0 1,2 0,1-1,-1 1,1-1,0 0,-2 0,-1-1,-1 0,0 1,2-1,1 1,-2 0,-2 0,2-1,-1 0,-3 1,0-1</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1050 768,'2'0</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1454 893,'0'3,"2"0,-1 0,0 0,1 0,-1 1,5-5,-2-2,-2 0,1 1,0 0,0 0,0 0</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1465 877,'0'4,"0"-1,0 1,0 0,-1 0,0 2,0-3,1 1,0-1,0 0,-1 0,0 0,-2 1,1-1,0 1,-1-1,0 1,1-1,0 2,0-2,1 0,-1 0,2-7,0 0</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1475 904,'2'3,"-1"1,0-1,1 0,0 2,1 0,-1-1,-1-1,2 1,-2-1</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330 769,'3'1,"0"-1,1 0,-1 0,0 0,0 0,0 0,1-1,-1 1,1 0,1 0,0 0,-2 0,0 0,2 0,-2 0,1 0,1 0,-1 0,0 0,-1 0,0 0,0 0,1 0,-1 0,0 0,0 0,1 0,0 0,-1 0,2 0,-1 0,0 0,2 0,1 0,-3 0,2 0,-1 0,-1 0,-1 0,0 0,1 0,2 0,0 0,-1 0,1 0,-2 0,0 0,0 0,1-1,-2 1,2-1,-2 1,2 0,0 0,-1 0,0 0,0 0,1 0,-2 0,1 0,-1 0,1 0,0 0,-1 0,0 0,2 0,-2 0,1-1,-1 0,0 0,0 1,0 0,0 0,1 0,1 0,-1 0,-1 0,1 1,0-1,-1 1,0 0,0-1,0 1,0-1</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1444 904,'3'-2,"0"2,1-1,-1 1,1-1,-1 0,0 1,0 0,0 0,0 0,1 0,-1 0,0 0</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272 262,'3'0,"2"-1,-1 1,-1 0,2-1,-1 0,-1 1,0 0,0 0,2 0,-2-1,0 1,1 0,-1 0,0-1,3 1,-2-1,2 1,-1 0,-1 0,0-1,-1 1,0 0,0 0,0 1,1-1,-1 1,2 0,-2-1,1 1,-1-1,0 0</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288 468,'3'0,"0"0,0 0,0 1,2-1,-1 0,0 0,0 0,-1 0,0 0,6 0,-1 0,1 0,1 0,-2 0,0 0,-5 0,1 0,2 0,3-1,-2 0,2 0,-2 1,4 0,-2 0,2 0,-4 0,-3 0,-1 0,0 0,0-1,1-1,-1 2,1-1</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514 436,'-3'0,"0"5,2-2,-1 1,0-1,2 3,1-3,0 1,2-1,0 0,0-2</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879 431,'3'1,"-1"3,-1 0,1-1,-2 0,0 1,0 0,0-1,0 1,-3-1,0-2,0 0</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275 523,'4'0,"0"0,-1 0,1-1,-1 1,1-1,2 0,-3 1,0-1,0 1,1 0,-1 0,0 0,0 0,1 0,1 0,2-1,-2 0,-2 0,1 0,-1 1,1-1,0 0,0 0,0 1,-1-1,0 1,1 0,1 0,0 0,1 0,2 1,0-1,-1 0,-2 0,-1 0,-1 0,1 0,-1 0</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481 488,'-2'3,"-3"-1,2 1,0-2,3 3,1-1,2-3,1 2</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837 483,'2'3,"1"1,-2-1,-1 1,-4 0,0-1,2 0,-1-1,2 1,2 0,3-1</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459 530,'0'3,"0"1,-1-1,1 0,-1 1,0-1,2 0</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835 529,'4'0,"-1"1,-2 2,2 0,-2 0,0 0,-4 0,0-1,-1 0,-1 0,0 0,1 0,1-1,0-1</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469 620,'0'4,"-1"0,0-1,0 0,1 0,0 0,2 0,1-2</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864 609,'1'4,"0"-1,0 2,0-1,-1-1,1 0,-1 0,-1 0</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588 520,'-4'0,"1"-1,0 1,0 0,0 1,0 1,0 0,0-1,-1 1,1-1,0 1,0 0,0-1,0 0,0 1,0 0,1 1,0 1,0-1,1 0,0 0,1 0,0 0,0 0,3 2,-2-2,1 0,1-1,0-1,0 2,-1 0,1 0,0 0,1 0,1-1,-2-1,2-1,-1 1,-1 0,0-1,1 0,1 0,-2 0,0 0,2 0,1 0,-3 0,0 0,1-1,0 1,0 0,-1 0,0-1,0 1,2-1,-2 1,2-1,-1 0,0 1,-1-1,0 1,1-1,-1 0,1-1,0 0,-1 1,0-1,0-1,0 0,0-1,1 0,-1 2,0-1,0 0,-2 0,2 0,0-1,0 1,-1 0,1 0,-2 0,0 0,1-1,-2 1,0 0,-4 0,0 2,1 0,0 0,0 0,-1 1,1 0,0 0,-1 0,1 0,-1 0,-2 0,1 0,2 0,0 0,0 0,0 0,0 0,-3 0,3 0,0 0,-1 0,1 0,-1 0,1 0,-1 1,1 0,-2 0,2 0,-1-1,0 0,-1 1,1-1,0 0,1 1,-1-1,1 0,-2 0,2 0,0 0,-1 1,1-1</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738 530,'2'4,"0"-1,-1 0</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542 202,'4'2,"0"-2,-1 2,0-2,1 0,0 0,0 0,-1 0,0 0,0 0,0-1,1 1,0 0,0 0,-1 0,0 0,1 0,0 0,0 0,1 0,-2 0,0 0,0 0,0 0,1 0,0 0,-1 0,0 0,0 0,2 0,0-1,-2 0,1-1,-1 1,0 0,1 1,-1 0,1 0,0 0,1 0,-1 0,0-1,-3-3,-1 1,0 0,0 0,0-1,0 1,-1-1,-2 1,0 0,-2 2,2 0,-2-1,2 2,0 0,-1 0,1 0,0 0,0-1,-1 1,1 0,0 0,-1 0,-1 0,1 0,1 0,0 0,-1 0,1 0,0 0,-1 0,-1 0,-2 0,0 0,2 0,0 1,0-1,-1 0,3 0,-4 1,3 0,0 1,0 1,2 1,-1 0,-1-3,4 2,1 0,0 0,0 0,1 0</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694 184,'4'0,"-1"1,0 0,0-1,2 0,-2 0,0-1,0 0,1 1,-1-1,0 0,0 0,0 1</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731 173,'3'1,"2"1,-2-2,1 1,-1-1,0 0,0 1,0 0,-6 1,0-1,0 2,-2 0,1-1,1 0,-1 1,1-2</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798 157,'-2'4,"1"-1,-3 0,1 0,1 0,-1-1,0 1,-1-1,1 0,-2 1,2 0</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792 167,'3'3,"2"3,0-1,-2-2,0-1,0 1</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791 171,'0'4,"0"-1,0 0,-1 0,1 0,0 2,0-2,0 0,0 0,0 0,0 2,0-1,0-1</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839 155,'0'5,"-1"1,-1-3,1 1,0 0,0-1,-1 1,0 0,1-1,0 0,0 1,0-1</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844 173,'2'4,"1"0,0 0,-2-1,2-1</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877 151,'-2'4,"-1"1,0-1,0 0</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871 164,'0'4,"0"0,0 0,0 0,0 2,0-3,-1 2,0-2,1 1,-1 1,1-1,0-8</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898 148,'1'4,"0"-1</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890 167,'4'0,"-1"0,0-1,0-1,0 1,-3 4,-3 2,-1-1,0 0,0 1,0 0,0-3,1 1,4-7,3 1,1 0,-1 2,-1-1,1 0,-1 4,-3 2,0-1,-3-1,-1 1,1-2,2 2,1 0,0 1,0 0,0-7,1 0,0 0,2-1,0 3,-2 4,-1 0,0 0,-2 0,-1-1,0-1,0 2,0-7</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928 155,'-5'3,"1"0,1-2,4 2,0 0,-1 1,0-1,2-8,0 2</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925 162,'2'3,"0"2,-2-2,1 1,-1 0,1-1,-1 0,-3-4,2-2,-1-2,1 2</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28:0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923 172,'2'3,"0"0,-2 1,0-1,-2 0,-3-1,2 0,-1 1,0 0,1-1,0-1,0 2,6-1,0 0,-1 1,1 1,0-1,-1 2,2-3,-3 1,2-3,-1-5,-2 0,1-1,-1 3,-2 0,5 1,2 0,-2 0,0 1,0 0,2-1,-1 0,-1 2,-1 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tags" Target="../tags/tag14.xml"/><Relationship Id="rId6" Type="http://schemas.openxmlformats.org/officeDocument/2006/relationships/image" Target="../media/image1.jpe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tags" Target="../tags/tag20.xml"/><Relationship Id="rId6" Type="http://schemas.openxmlformats.org/officeDocument/2006/relationships/image" Target="../media/image2.png"/><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5" Type="http://schemas.openxmlformats.org/officeDocument/2006/relationships/theme" Target="../theme/theme3.xml"/><Relationship Id="rId14" Type="http://schemas.openxmlformats.org/officeDocument/2006/relationships/tags" Target="../tags/tag77.xml"/><Relationship Id="rId13" Type="http://schemas.openxmlformats.org/officeDocument/2006/relationships/image" Target="../media/image3.png"/><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6"/>
          <a:stretch>
            <a:fillRect/>
          </a:stretch>
        </p:blipFill>
        <p:spPr>
          <a:xfrm>
            <a:off x="0" y="0"/>
            <a:ext cx="12181205" cy="6858000"/>
          </a:xfrm>
          <a:prstGeom prst="rect">
            <a:avLst/>
          </a:prstGeom>
        </p:spPr>
      </p:pic>
    </p:spTree>
    <p:custDataLst>
      <p:tags r:id="rId7"/>
    </p:custData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3"/>
          <a:stretch>
            <a:fillRect/>
          </a:stretch>
        </p:blipFill>
        <p:spPr>
          <a:xfrm>
            <a:off x="0" y="0"/>
            <a:ext cx="12192000" cy="6863715"/>
          </a:xfrm>
          <a:prstGeom prst="rect">
            <a:avLst/>
          </a:prstGeom>
        </p:spPr>
      </p:pic>
    </p:spTree>
    <p:custDataLst>
      <p:tags r:id="rId14"/>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png"/><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png"/><Relationship Id="rId1" Type="http://schemas.openxmlformats.org/officeDocument/2006/relationships/customXml" Target="../ink/ink1.xml"/></Relationships>
</file>

<file path=ppt/slides/_rels/slide10.xml.rels><?xml version="1.0" encoding="UTF-8" standalone="yes"?>
<Relationships xmlns="http://schemas.openxmlformats.org/package/2006/relationships"><Relationship Id="rId9" Type="http://schemas.openxmlformats.org/officeDocument/2006/relationships/customXml" Target="../ink/ink6.xml"/><Relationship Id="rId8" Type="http://schemas.openxmlformats.org/officeDocument/2006/relationships/image" Target="../media/image9.png"/><Relationship Id="rId7" Type="http://schemas.openxmlformats.org/officeDocument/2006/relationships/customXml" Target="../ink/ink5.xml"/><Relationship Id="rId62" Type="http://schemas.openxmlformats.org/officeDocument/2006/relationships/slideLayout" Target="../slideLayouts/slideLayout17.xml"/><Relationship Id="rId61" Type="http://schemas.openxmlformats.org/officeDocument/2006/relationships/image" Target="../media/image35.png"/><Relationship Id="rId60" Type="http://schemas.openxmlformats.org/officeDocument/2006/relationships/customXml" Target="../ink/ink32.xml"/><Relationship Id="rId6" Type="http://schemas.openxmlformats.org/officeDocument/2006/relationships/image" Target="../media/image8.png"/><Relationship Id="rId59" Type="http://schemas.openxmlformats.org/officeDocument/2006/relationships/image" Target="../media/image34.png"/><Relationship Id="rId58" Type="http://schemas.openxmlformats.org/officeDocument/2006/relationships/customXml" Target="../ink/ink31.xml"/><Relationship Id="rId57" Type="http://schemas.openxmlformats.org/officeDocument/2006/relationships/image" Target="../media/image33.png"/><Relationship Id="rId56" Type="http://schemas.openxmlformats.org/officeDocument/2006/relationships/customXml" Target="../ink/ink30.xml"/><Relationship Id="rId55" Type="http://schemas.openxmlformats.org/officeDocument/2006/relationships/image" Target="../media/image32.png"/><Relationship Id="rId54" Type="http://schemas.openxmlformats.org/officeDocument/2006/relationships/customXml" Target="../ink/ink29.xml"/><Relationship Id="rId53" Type="http://schemas.openxmlformats.org/officeDocument/2006/relationships/image" Target="../media/image31.png"/><Relationship Id="rId52" Type="http://schemas.openxmlformats.org/officeDocument/2006/relationships/customXml" Target="../ink/ink28.xml"/><Relationship Id="rId51" Type="http://schemas.openxmlformats.org/officeDocument/2006/relationships/image" Target="../media/image30.png"/><Relationship Id="rId50" Type="http://schemas.openxmlformats.org/officeDocument/2006/relationships/customXml" Target="../ink/ink27.xml"/><Relationship Id="rId5" Type="http://schemas.openxmlformats.org/officeDocument/2006/relationships/customXml" Target="../ink/ink4.xml"/><Relationship Id="rId49" Type="http://schemas.openxmlformats.org/officeDocument/2006/relationships/image" Target="../media/image29.png"/><Relationship Id="rId48" Type="http://schemas.openxmlformats.org/officeDocument/2006/relationships/customXml" Target="../ink/ink26.xml"/><Relationship Id="rId47" Type="http://schemas.openxmlformats.org/officeDocument/2006/relationships/image" Target="../media/image28.png"/><Relationship Id="rId46" Type="http://schemas.openxmlformats.org/officeDocument/2006/relationships/customXml" Target="../ink/ink25.xml"/><Relationship Id="rId45" Type="http://schemas.openxmlformats.org/officeDocument/2006/relationships/image" Target="../media/image27.png"/><Relationship Id="rId44" Type="http://schemas.openxmlformats.org/officeDocument/2006/relationships/customXml" Target="../ink/ink24.xml"/><Relationship Id="rId43" Type="http://schemas.openxmlformats.org/officeDocument/2006/relationships/image" Target="../media/image26.png"/><Relationship Id="rId42" Type="http://schemas.openxmlformats.org/officeDocument/2006/relationships/customXml" Target="../ink/ink23.xml"/><Relationship Id="rId41" Type="http://schemas.openxmlformats.org/officeDocument/2006/relationships/image" Target="../media/image25.png"/><Relationship Id="rId40" Type="http://schemas.openxmlformats.org/officeDocument/2006/relationships/customXml" Target="../ink/ink22.xml"/><Relationship Id="rId4" Type="http://schemas.openxmlformats.org/officeDocument/2006/relationships/image" Target="../media/image7.png"/><Relationship Id="rId39" Type="http://schemas.openxmlformats.org/officeDocument/2006/relationships/image" Target="../media/image24.png"/><Relationship Id="rId38" Type="http://schemas.openxmlformats.org/officeDocument/2006/relationships/customXml" Target="../ink/ink21.xml"/><Relationship Id="rId37" Type="http://schemas.openxmlformats.org/officeDocument/2006/relationships/image" Target="../media/image23.png"/><Relationship Id="rId36" Type="http://schemas.openxmlformats.org/officeDocument/2006/relationships/customXml" Target="../ink/ink20.xml"/><Relationship Id="rId35" Type="http://schemas.openxmlformats.org/officeDocument/2006/relationships/customXml" Target="../ink/ink19.xml"/><Relationship Id="rId34" Type="http://schemas.openxmlformats.org/officeDocument/2006/relationships/image" Target="../media/image22.png"/><Relationship Id="rId33" Type="http://schemas.openxmlformats.org/officeDocument/2006/relationships/customXml" Target="../ink/ink18.xml"/><Relationship Id="rId32" Type="http://schemas.openxmlformats.org/officeDocument/2006/relationships/image" Target="../media/image21.png"/><Relationship Id="rId31" Type="http://schemas.openxmlformats.org/officeDocument/2006/relationships/customXml" Target="../ink/ink17.xml"/><Relationship Id="rId30" Type="http://schemas.openxmlformats.org/officeDocument/2006/relationships/image" Target="../media/image20.png"/><Relationship Id="rId3" Type="http://schemas.openxmlformats.org/officeDocument/2006/relationships/customXml" Target="../ink/ink3.xml"/><Relationship Id="rId29" Type="http://schemas.openxmlformats.org/officeDocument/2006/relationships/customXml" Target="../ink/ink16.xml"/><Relationship Id="rId28" Type="http://schemas.openxmlformats.org/officeDocument/2006/relationships/image" Target="../media/image19.png"/><Relationship Id="rId27" Type="http://schemas.openxmlformats.org/officeDocument/2006/relationships/customXml" Target="../ink/ink15.xml"/><Relationship Id="rId26" Type="http://schemas.openxmlformats.org/officeDocument/2006/relationships/image" Target="../media/image18.png"/><Relationship Id="rId25" Type="http://schemas.openxmlformats.org/officeDocument/2006/relationships/customXml" Target="../ink/ink14.xml"/><Relationship Id="rId24" Type="http://schemas.openxmlformats.org/officeDocument/2006/relationships/image" Target="../media/image17.png"/><Relationship Id="rId23" Type="http://schemas.openxmlformats.org/officeDocument/2006/relationships/customXml" Target="../ink/ink13.xml"/><Relationship Id="rId22" Type="http://schemas.openxmlformats.org/officeDocument/2006/relationships/image" Target="../media/image16.png"/><Relationship Id="rId21" Type="http://schemas.openxmlformats.org/officeDocument/2006/relationships/customXml" Target="../ink/ink12.xml"/><Relationship Id="rId20" Type="http://schemas.openxmlformats.org/officeDocument/2006/relationships/image" Target="../media/image15.png"/><Relationship Id="rId2" Type="http://schemas.openxmlformats.org/officeDocument/2006/relationships/image" Target="../media/image6.png"/><Relationship Id="rId19" Type="http://schemas.openxmlformats.org/officeDocument/2006/relationships/customXml" Target="../ink/ink11.xml"/><Relationship Id="rId18" Type="http://schemas.openxmlformats.org/officeDocument/2006/relationships/image" Target="../media/image14.png"/><Relationship Id="rId17" Type="http://schemas.openxmlformats.org/officeDocument/2006/relationships/customXml" Target="../ink/ink10.xml"/><Relationship Id="rId16" Type="http://schemas.openxmlformats.org/officeDocument/2006/relationships/image" Target="../media/image13.png"/><Relationship Id="rId15" Type="http://schemas.openxmlformats.org/officeDocument/2006/relationships/customXml" Target="../ink/ink9.xml"/><Relationship Id="rId14" Type="http://schemas.openxmlformats.org/officeDocument/2006/relationships/image" Target="../media/image12.png"/><Relationship Id="rId13" Type="http://schemas.openxmlformats.org/officeDocument/2006/relationships/customXml" Target="../ink/ink8.xml"/><Relationship Id="rId12" Type="http://schemas.openxmlformats.org/officeDocument/2006/relationships/image" Target="../media/image11.png"/><Relationship Id="rId11" Type="http://schemas.openxmlformats.org/officeDocument/2006/relationships/customXml" Target="../ink/ink7.xml"/><Relationship Id="rId10" Type="http://schemas.openxmlformats.org/officeDocument/2006/relationships/image" Target="../media/image10.png"/><Relationship Id="rId1" Type="http://schemas.openxmlformats.org/officeDocument/2006/relationships/customXml" Target="../ink/ink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6.png"/><Relationship Id="rId1" Type="http://schemas.openxmlformats.org/officeDocument/2006/relationships/customXml" Target="../ink/ink3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7.png"/></Relationships>
</file>

<file path=ppt/slides/_rels/slide14.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customXml" Target="../ink/ink37.xml"/><Relationship Id="rId7" Type="http://schemas.openxmlformats.org/officeDocument/2006/relationships/image" Target="../media/image41.png"/><Relationship Id="rId6" Type="http://schemas.openxmlformats.org/officeDocument/2006/relationships/customXml" Target="../ink/ink36.xml"/><Relationship Id="rId5" Type="http://schemas.openxmlformats.org/officeDocument/2006/relationships/image" Target="../media/image40.png"/><Relationship Id="rId4" Type="http://schemas.openxmlformats.org/officeDocument/2006/relationships/customXml" Target="../ink/ink35.xml"/><Relationship Id="rId3" Type="http://schemas.openxmlformats.org/officeDocument/2006/relationships/image" Target="../media/image39.png"/><Relationship Id="rId2" Type="http://schemas.openxmlformats.org/officeDocument/2006/relationships/customXml" Target="../ink/ink34.xml"/><Relationship Id="rId16" Type="http://schemas.openxmlformats.org/officeDocument/2006/relationships/slideLayout" Target="../slideLayouts/slideLayout17.xml"/><Relationship Id="rId15" Type="http://schemas.openxmlformats.org/officeDocument/2006/relationships/image" Target="../media/image45.png"/><Relationship Id="rId14" Type="http://schemas.openxmlformats.org/officeDocument/2006/relationships/customXml" Target="../ink/ink40.xml"/><Relationship Id="rId13" Type="http://schemas.openxmlformats.org/officeDocument/2006/relationships/image" Target="../media/image44.png"/><Relationship Id="rId12" Type="http://schemas.openxmlformats.org/officeDocument/2006/relationships/customXml" Target="../ink/ink39.xml"/><Relationship Id="rId11" Type="http://schemas.openxmlformats.org/officeDocument/2006/relationships/image" Target="../media/image43.png"/><Relationship Id="rId10" Type="http://schemas.openxmlformats.org/officeDocument/2006/relationships/customXml" Target="../ink/ink38.xml"/><Relationship Id="rId1" Type="http://schemas.openxmlformats.org/officeDocument/2006/relationships/image" Target="../media/image38.jpeg"/></Relationships>
</file>

<file path=ppt/slides/_rels/slide15.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customXml" Target="../ink/ink44.xml"/><Relationship Id="rId7" Type="http://schemas.openxmlformats.org/officeDocument/2006/relationships/image" Target="../media/image49.png"/><Relationship Id="rId6" Type="http://schemas.openxmlformats.org/officeDocument/2006/relationships/customXml" Target="../ink/ink43.xml"/><Relationship Id="rId5" Type="http://schemas.openxmlformats.org/officeDocument/2006/relationships/image" Target="../media/image48.png"/><Relationship Id="rId4" Type="http://schemas.openxmlformats.org/officeDocument/2006/relationships/customXml" Target="../ink/ink42.xml"/><Relationship Id="rId3" Type="http://schemas.openxmlformats.org/officeDocument/2006/relationships/image" Target="../media/image47.png"/><Relationship Id="rId2" Type="http://schemas.openxmlformats.org/officeDocument/2006/relationships/customXml" Target="../ink/ink41.xml"/><Relationship Id="rId16" Type="http://schemas.openxmlformats.org/officeDocument/2006/relationships/slideLayout" Target="../slideLayouts/slideLayout17.xml"/><Relationship Id="rId15" Type="http://schemas.openxmlformats.org/officeDocument/2006/relationships/image" Target="../media/image53.png"/><Relationship Id="rId14" Type="http://schemas.openxmlformats.org/officeDocument/2006/relationships/customXml" Target="../ink/ink47.xml"/><Relationship Id="rId13" Type="http://schemas.openxmlformats.org/officeDocument/2006/relationships/image" Target="../media/image52.png"/><Relationship Id="rId12" Type="http://schemas.openxmlformats.org/officeDocument/2006/relationships/customXml" Target="../ink/ink46.xml"/><Relationship Id="rId11" Type="http://schemas.openxmlformats.org/officeDocument/2006/relationships/image" Target="../media/image51.png"/><Relationship Id="rId10" Type="http://schemas.openxmlformats.org/officeDocument/2006/relationships/customXml" Target="../ink/ink45.xml"/><Relationship Id="rId1" Type="http://schemas.openxmlformats.org/officeDocument/2006/relationships/image" Target="../media/image46.png"/></Relationships>
</file>

<file path=ppt/slides/_rels/slide16.xml.rels><?xml version="1.0" encoding="UTF-8" standalone="yes"?>
<Relationships xmlns="http://schemas.openxmlformats.org/package/2006/relationships"><Relationship Id="rId99" Type="http://schemas.openxmlformats.org/officeDocument/2006/relationships/customXml" Target="../ink/ink97.xml"/><Relationship Id="rId98" Type="http://schemas.openxmlformats.org/officeDocument/2006/relationships/image" Target="../media/image102.png"/><Relationship Id="rId97" Type="http://schemas.openxmlformats.org/officeDocument/2006/relationships/customXml" Target="../ink/ink96.xml"/><Relationship Id="rId96" Type="http://schemas.openxmlformats.org/officeDocument/2006/relationships/image" Target="../media/image101.png"/><Relationship Id="rId95" Type="http://schemas.openxmlformats.org/officeDocument/2006/relationships/customXml" Target="../ink/ink95.xml"/><Relationship Id="rId94" Type="http://schemas.openxmlformats.org/officeDocument/2006/relationships/image" Target="../media/image100.png"/><Relationship Id="rId93" Type="http://schemas.openxmlformats.org/officeDocument/2006/relationships/customXml" Target="../ink/ink94.xml"/><Relationship Id="rId92" Type="http://schemas.openxmlformats.org/officeDocument/2006/relationships/image" Target="../media/image99.png"/><Relationship Id="rId91" Type="http://schemas.openxmlformats.org/officeDocument/2006/relationships/customXml" Target="../ink/ink93.xml"/><Relationship Id="rId90" Type="http://schemas.openxmlformats.org/officeDocument/2006/relationships/image" Target="../media/image98.png"/><Relationship Id="rId9" Type="http://schemas.openxmlformats.org/officeDocument/2006/relationships/customXml" Target="../ink/ink52.xml"/><Relationship Id="rId89" Type="http://schemas.openxmlformats.org/officeDocument/2006/relationships/customXml" Target="../ink/ink92.xml"/><Relationship Id="rId88" Type="http://schemas.openxmlformats.org/officeDocument/2006/relationships/image" Target="../media/image97.png"/><Relationship Id="rId87" Type="http://schemas.openxmlformats.org/officeDocument/2006/relationships/customXml" Target="../ink/ink91.xml"/><Relationship Id="rId86" Type="http://schemas.openxmlformats.org/officeDocument/2006/relationships/image" Target="../media/image96.png"/><Relationship Id="rId85" Type="http://schemas.openxmlformats.org/officeDocument/2006/relationships/customXml" Target="../ink/ink90.xml"/><Relationship Id="rId84" Type="http://schemas.openxmlformats.org/officeDocument/2006/relationships/image" Target="../media/image95.png"/><Relationship Id="rId83" Type="http://schemas.openxmlformats.org/officeDocument/2006/relationships/customXml" Target="../ink/ink89.xml"/><Relationship Id="rId82" Type="http://schemas.openxmlformats.org/officeDocument/2006/relationships/image" Target="../media/image94.png"/><Relationship Id="rId81" Type="http://schemas.openxmlformats.org/officeDocument/2006/relationships/customXml" Target="../ink/ink88.xml"/><Relationship Id="rId80" Type="http://schemas.openxmlformats.org/officeDocument/2006/relationships/image" Target="../media/image93.png"/><Relationship Id="rId8" Type="http://schemas.openxmlformats.org/officeDocument/2006/relationships/image" Target="../media/image57.png"/><Relationship Id="rId79" Type="http://schemas.openxmlformats.org/officeDocument/2006/relationships/customXml" Target="../ink/ink87.xml"/><Relationship Id="rId78" Type="http://schemas.openxmlformats.org/officeDocument/2006/relationships/image" Target="../media/image92.png"/><Relationship Id="rId77" Type="http://schemas.openxmlformats.org/officeDocument/2006/relationships/customXml" Target="../ink/ink86.xml"/><Relationship Id="rId76" Type="http://schemas.openxmlformats.org/officeDocument/2006/relationships/image" Target="../media/image91.png"/><Relationship Id="rId75" Type="http://schemas.openxmlformats.org/officeDocument/2006/relationships/customXml" Target="../ink/ink85.xml"/><Relationship Id="rId74" Type="http://schemas.openxmlformats.org/officeDocument/2006/relationships/image" Target="../media/image90.png"/><Relationship Id="rId73" Type="http://schemas.openxmlformats.org/officeDocument/2006/relationships/customXml" Target="../ink/ink84.xml"/><Relationship Id="rId72" Type="http://schemas.openxmlformats.org/officeDocument/2006/relationships/image" Target="../media/image89.png"/><Relationship Id="rId71" Type="http://schemas.openxmlformats.org/officeDocument/2006/relationships/customXml" Target="../ink/ink83.xml"/><Relationship Id="rId70" Type="http://schemas.openxmlformats.org/officeDocument/2006/relationships/image" Target="../media/image88.png"/><Relationship Id="rId7" Type="http://schemas.openxmlformats.org/officeDocument/2006/relationships/customXml" Target="../ink/ink51.xml"/><Relationship Id="rId69" Type="http://schemas.openxmlformats.org/officeDocument/2006/relationships/customXml" Target="../ink/ink82.xml"/><Relationship Id="rId68" Type="http://schemas.openxmlformats.org/officeDocument/2006/relationships/image" Target="../media/image87.png"/><Relationship Id="rId67" Type="http://schemas.openxmlformats.org/officeDocument/2006/relationships/customXml" Target="../ink/ink81.xml"/><Relationship Id="rId66" Type="http://schemas.openxmlformats.org/officeDocument/2006/relationships/image" Target="../media/image86.png"/><Relationship Id="rId65" Type="http://schemas.openxmlformats.org/officeDocument/2006/relationships/customXml" Target="../ink/ink80.xml"/><Relationship Id="rId64" Type="http://schemas.openxmlformats.org/officeDocument/2006/relationships/image" Target="../media/image85.png"/><Relationship Id="rId63" Type="http://schemas.openxmlformats.org/officeDocument/2006/relationships/customXml" Target="../ink/ink79.xml"/><Relationship Id="rId62" Type="http://schemas.openxmlformats.org/officeDocument/2006/relationships/image" Target="../media/image84.png"/><Relationship Id="rId61" Type="http://schemas.openxmlformats.org/officeDocument/2006/relationships/customXml" Target="../ink/ink78.xml"/><Relationship Id="rId60" Type="http://schemas.openxmlformats.org/officeDocument/2006/relationships/image" Target="../media/image83.png"/><Relationship Id="rId6" Type="http://schemas.openxmlformats.org/officeDocument/2006/relationships/image" Target="../media/image56.png"/><Relationship Id="rId59" Type="http://schemas.openxmlformats.org/officeDocument/2006/relationships/customXml" Target="../ink/ink77.xml"/><Relationship Id="rId58" Type="http://schemas.openxmlformats.org/officeDocument/2006/relationships/image" Target="../media/image82.png"/><Relationship Id="rId57" Type="http://schemas.openxmlformats.org/officeDocument/2006/relationships/customXml" Target="../ink/ink76.xml"/><Relationship Id="rId56" Type="http://schemas.openxmlformats.org/officeDocument/2006/relationships/image" Target="../media/image81.png"/><Relationship Id="rId55" Type="http://schemas.openxmlformats.org/officeDocument/2006/relationships/customXml" Target="../ink/ink75.xml"/><Relationship Id="rId54" Type="http://schemas.openxmlformats.org/officeDocument/2006/relationships/image" Target="../media/image80.png"/><Relationship Id="rId53" Type="http://schemas.openxmlformats.org/officeDocument/2006/relationships/customXml" Target="../ink/ink74.xml"/><Relationship Id="rId52" Type="http://schemas.openxmlformats.org/officeDocument/2006/relationships/image" Target="../media/image79.png"/><Relationship Id="rId51" Type="http://schemas.openxmlformats.org/officeDocument/2006/relationships/customXml" Target="../ink/ink73.xml"/><Relationship Id="rId50" Type="http://schemas.openxmlformats.org/officeDocument/2006/relationships/image" Target="../media/image78.png"/><Relationship Id="rId5" Type="http://schemas.openxmlformats.org/officeDocument/2006/relationships/customXml" Target="../ink/ink50.xml"/><Relationship Id="rId49" Type="http://schemas.openxmlformats.org/officeDocument/2006/relationships/customXml" Target="../ink/ink72.xml"/><Relationship Id="rId48" Type="http://schemas.openxmlformats.org/officeDocument/2006/relationships/image" Target="../media/image77.png"/><Relationship Id="rId47" Type="http://schemas.openxmlformats.org/officeDocument/2006/relationships/customXml" Target="../ink/ink71.xml"/><Relationship Id="rId46" Type="http://schemas.openxmlformats.org/officeDocument/2006/relationships/image" Target="../media/image76.png"/><Relationship Id="rId45" Type="http://schemas.openxmlformats.org/officeDocument/2006/relationships/customXml" Target="../ink/ink70.xml"/><Relationship Id="rId44" Type="http://schemas.openxmlformats.org/officeDocument/2006/relationships/image" Target="../media/image75.png"/><Relationship Id="rId43" Type="http://schemas.openxmlformats.org/officeDocument/2006/relationships/customXml" Target="../ink/ink69.xml"/><Relationship Id="rId42" Type="http://schemas.openxmlformats.org/officeDocument/2006/relationships/image" Target="../media/image74.png"/><Relationship Id="rId41" Type="http://schemas.openxmlformats.org/officeDocument/2006/relationships/customXml" Target="../ink/ink68.xml"/><Relationship Id="rId40" Type="http://schemas.openxmlformats.org/officeDocument/2006/relationships/image" Target="../media/image73.png"/><Relationship Id="rId4" Type="http://schemas.openxmlformats.org/officeDocument/2006/relationships/image" Target="../media/image55.png"/><Relationship Id="rId39" Type="http://schemas.openxmlformats.org/officeDocument/2006/relationships/customXml" Target="../ink/ink67.xml"/><Relationship Id="rId38" Type="http://schemas.openxmlformats.org/officeDocument/2006/relationships/image" Target="../media/image72.png"/><Relationship Id="rId37" Type="http://schemas.openxmlformats.org/officeDocument/2006/relationships/customXml" Target="../ink/ink66.xml"/><Relationship Id="rId36" Type="http://schemas.openxmlformats.org/officeDocument/2006/relationships/image" Target="../media/image71.png"/><Relationship Id="rId35" Type="http://schemas.openxmlformats.org/officeDocument/2006/relationships/customXml" Target="../ink/ink65.xml"/><Relationship Id="rId34" Type="http://schemas.openxmlformats.org/officeDocument/2006/relationships/image" Target="../media/image70.png"/><Relationship Id="rId33" Type="http://schemas.openxmlformats.org/officeDocument/2006/relationships/customXml" Target="../ink/ink64.xml"/><Relationship Id="rId32" Type="http://schemas.openxmlformats.org/officeDocument/2006/relationships/image" Target="../media/image69.png"/><Relationship Id="rId31" Type="http://schemas.openxmlformats.org/officeDocument/2006/relationships/customXml" Target="../ink/ink63.xml"/><Relationship Id="rId30" Type="http://schemas.openxmlformats.org/officeDocument/2006/relationships/image" Target="../media/image68.png"/><Relationship Id="rId3" Type="http://schemas.openxmlformats.org/officeDocument/2006/relationships/customXml" Target="../ink/ink49.xml"/><Relationship Id="rId29" Type="http://schemas.openxmlformats.org/officeDocument/2006/relationships/customXml" Target="../ink/ink62.xml"/><Relationship Id="rId28" Type="http://schemas.openxmlformats.org/officeDocument/2006/relationships/image" Target="../media/image67.png"/><Relationship Id="rId27" Type="http://schemas.openxmlformats.org/officeDocument/2006/relationships/customXml" Target="../ink/ink61.xml"/><Relationship Id="rId26" Type="http://schemas.openxmlformats.org/officeDocument/2006/relationships/image" Target="../media/image66.png"/><Relationship Id="rId25" Type="http://schemas.openxmlformats.org/officeDocument/2006/relationships/customXml" Target="../ink/ink60.xml"/><Relationship Id="rId24" Type="http://schemas.openxmlformats.org/officeDocument/2006/relationships/image" Target="../media/image65.png"/><Relationship Id="rId23" Type="http://schemas.openxmlformats.org/officeDocument/2006/relationships/customXml" Target="../ink/ink59.xml"/><Relationship Id="rId22" Type="http://schemas.openxmlformats.org/officeDocument/2006/relationships/image" Target="../media/image64.png"/><Relationship Id="rId21" Type="http://schemas.openxmlformats.org/officeDocument/2006/relationships/customXml" Target="../ink/ink58.xml"/><Relationship Id="rId20" Type="http://schemas.openxmlformats.org/officeDocument/2006/relationships/image" Target="../media/image63.png"/><Relationship Id="rId2" Type="http://schemas.openxmlformats.org/officeDocument/2006/relationships/image" Target="../media/image54.png"/><Relationship Id="rId19" Type="http://schemas.openxmlformats.org/officeDocument/2006/relationships/customXml" Target="../ink/ink57.xml"/><Relationship Id="rId18" Type="http://schemas.openxmlformats.org/officeDocument/2006/relationships/image" Target="../media/image62.png"/><Relationship Id="rId17" Type="http://schemas.openxmlformats.org/officeDocument/2006/relationships/customXml" Target="../ink/ink56.xml"/><Relationship Id="rId16" Type="http://schemas.openxmlformats.org/officeDocument/2006/relationships/image" Target="../media/image61.png"/><Relationship Id="rId15" Type="http://schemas.openxmlformats.org/officeDocument/2006/relationships/customXml" Target="../ink/ink55.xml"/><Relationship Id="rId14" Type="http://schemas.openxmlformats.org/officeDocument/2006/relationships/image" Target="../media/image60.png"/><Relationship Id="rId13" Type="http://schemas.openxmlformats.org/officeDocument/2006/relationships/customXml" Target="../ink/ink54.xml"/><Relationship Id="rId12" Type="http://schemas.openxmlformats.org/officeDocument/2006/relationships/image" Target="../media/image59.png"/><Relationship Id="rId11" Type="http://schemas.openxmlformats.org/officeDocument/2006/relationships/customXml" Target="../ink/ink53.xml"/><Relationship Id="rId103" Type="http://schemas.openxmlformats.org/officeDocument/2006/relationships/slideLayout" Target="../slideLayouts/slideLayout17.xml"/><Relationship Id="rId102" Type="http://schemas.openxmlformats.org/officeDocument/2006/relationships/image" Target="../media/image104.png"/><Relationship Id="rId101" Type="http://schemas.openxmlformats.org/officeDocument/2006/relationships/customXml" Target="../ink/ink98.xml"/><Relationship Id="rId100" Type="http://schemas.openxmlformats.org/officeDocument/2006/relationships/image" Target="../media/image103.png"/><Relationship Id="rId10" Type="http://schemas.openxmlformats.org/officeDocument/2006/relationships/image" Target="../media/image58.png"/><Relationship Id="rId1" Type="http://schemas.openxmlformats.org/officeDocument/2006/relationships/customXml" Target="../ink/ink4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9" Type="http://schemas.openxmlformats.org/officeDocument/2006/relationships/image" Target="../media/image107.png"/><Relationship Id="rId8" Type="http://schemas.openxmlformats.org/officeDocument/2006/relationships/customXml" Target="../ink/ink103.xml"/><Relationship Id="rId7" Type="http://schemas.openxmlformats.org/officeDocument/2006/relationships/image" Target="../media/image106.png"/><Relationship Id="rId6" Type="http://schemas.openxmlformats.org/officeDocument/2006/relationships/customXml" Target="../ink/ink102.xml"/><Relationship Id="rId50" Type="http://schemas.openxmlformats.org/officeDocument/2006/relationships/slideLayout" Target="../slideLayouts/slideLayout22.xml"/><Relationship Id="rId5" Type="http://schemas.openxmlformats.org/officeDocument/2006/relationships/customXml" Target="../ink/ink101.xml"/><Relationship Id="rId49" Type="http://schemas.openxmlformats.org/officeDocument/2006/relationships/image" Target="../media/image127.png"/><Relationship Id="rId48" Type="http://schemas.openxmlformats.org/officeDocument/2006/relationships/customXml" Target="../ink/ink123.xml"/><Relationship Id="rId47" Type="http://schemas.openxmlformats.org/officeDocument/2006/relationships/image" Target="../media/image126.png"/><Relationship Id="rId46" Type="http://schemas.openxmlformats.org/officeDocument/2006/relationships/customXml" Target="../ink/ink122.xml"/><Relationship Id="rId45" Type="http://schemas.openxmlformats.org/officeDocument/2006/relationships/image" Target="../media/image125.png"/><Relationship Id="rId44" Type="http://schemas.openxmlformats.org/officeDocument/2006/relationships/customXml" Target="../ink/ink121.xml"/><Relationship Id="rId43" Type="http://schemas.openxmlformats.org/officeDocument/2006/relationships/image" Target="../media/image124.png"/><Relationship Id="rId42" Type="http://schemas.openxmlformats.org/officeDocument/2006/relationships/customXml" Target="../ink/ink120.xml"/><Relationship Id="rId41" Type="http://schemas.openxmlformats.org/officeDocument/2006/relationships/image" Target="../media/image123.png"/><Relationship Id="rId40" Type="http://schemas.openxmlformats.org/officeDocument/2006/relationships/customXml" Target="../ink/ink119.xml"/><Relationship Id="rId4" Type="http://schemas.openxmlformats.org/officeDocument/2006/relationships/image" Target="../media/image105.png"/><Relationship Id="rId39" Type="http://schemas.openxmlformats.org/officeDocument/2006/relationships/image" Target="../media/image122.png"/><Relationship Id="rId38" Type="http://schemas.openxmlformats.org/officeDocument/2006/relationships/customXml" Target="../ink/ink118.xml"/><Relationship Id="rId37" Type="http://schemas.openxmlformats.org/officeDocument/2006/relationships/image" Target="../media/image121.png"/><Relationship Id="rId36" Type="http://schemas.openxmlformats.org/officeDocument/2006/relationships/customXml" Target="../ink/ink117.xml"/><Relationship Id="rId35" Type="http://schemas.openxmlformats.org/officeDocument/2006/relationships/image" Target="../media/image120.png"/><Relationship Id="rId34" Type="http://schemas.openxmlformats.org/officeDocument/2006/relationships/customXml" Target="../ink/ink116.xml"/><Relationship Id="rId33" Type="http://schemas.openxmlformats.org/officeDocument/2006/relationships/image" Target="../media/image119.png"/><Relationship Id="rId32" Type="http://schemas.openxmlformats.org/officeDocument/2006/relationships/customXml" Target="../ink/ink115.xml"/><Relationship Id="rId31" Type="http://schemas.openxmlformats.org/officeDocument/2006/relationships/image" Target="../media/image118.png"/><Relationship Id="rId30" Type="http://schemas.openxmlformats.org/officeDocument/2006/relationships/customXml" Target="../ink/ink114.xml"/><Relationship Id="rId3" Type="http://schemas.openxmlformats.org/officeDocument/2006/relationships/customXml" Target="../ink/ink100.xml"/><Relationship Id="rId29" Type="http://schemas.openxmlformats.org/officeDocument/2006/relationships/image" Target="../media/image117.png"/><Relationship Id="rId28" Type="http://schemas.openxmlformats.org/officeDocument/2006/relationships/customXml" Target="../ink/ink113.xml"/><Relationship Id="rId27" Type="http://schemas.openxmlformats.org/officeDocument/2006/relationships/image" Target="../media/image116.png"/><Relationship Id="rId26" Type="http://schemas.openxmlformats.org/officeDocument/2006/relationships/customXml" Target="../ink/ink112.xml"/><Relationship Id="rId25" Type="http://schemas.openxmlformats.org/officeDocument/2006/relationships/image" Target="../media/image115.png"/><Relationship Id="rId24" Type="http://schemas.openxmlformats.org/officeDocument/2006/relationships/customXml" Target="../ink/ink111.xml"/><Relationship Id="rId23" Type="http://schemas.openxmlformats.org/officeDocument/2006/relationships/image" Target="../media/image114.png"/><Relationship Id="rId22" Type="http://schemas.openxmlformats.org/officeDocument/2006/relationships/customXml" Target="../ink/ink110.xml"/><Relationship Id="rId21" Type="http://schemas.openxmlformats.org/officeDocument/2006/relationships/image" Target="../media/image113.png"/><Relationship Id="rId20" Type="http://schemas.openxmlformats.org/officeDocument/2006/relationships/customXml" Target="../ink/ink109.xml"/><Relationship Id="rId2" Type="http://schemas.openxmlformats.org/officeDocument/2006/relationships/image" Target="../media/image6.png"/><Relationship Id="rId19" Type="http://schemas.openxmlformats.org/officeDocument/2006/relationships/image" Target="../media/image112.png"/><Relationship Id="rId18" Type="http://schemas.openxmlformats.org/officeDocument/2006/relationships/customXml" Target="../ink/ink108.xml"/><Relationship Id="rId17" Type="http://schemas.openxmlformats.org/officeDocument/2006/relationships/image" Target="../media/image111.png"/><Relationship Id="rId16" Type="http://schemas.openxmlformats.org/officeDocument/2006/relationships/customXml" Target="../ink/ink107.xml"/><Relationship Id="rId15" Type="http://schemas.openxmlformats.org/officeDocument/2006/relationships/image" Target="../media/image110.png"/><Relationship Id="rId14" Type="http://schemas.openxmlformats.org/officeDocument/2006/relationships/customXml" Target="../ink/ink106.xml"/><Relationship Id="rId13" Type="http://schemas.openxmlformats.org/officeDocument/2006/relationships/image" Target="../media/image109.png"/><Relationship Id="rId12" Type="http://schemas.openxmlformats.org/officeDocument/2006/relationships/customXml" Target="../ink/ink105.xml"/><Relationship Id="rId11" Type="http://schemas.openxmlformats.org/officeDocument/2006/relationships/image" Target="../media/image108.png"/><Relationship Id="rId10" Type="http://schemas.openxmlformats.org/officeDocument/2006/relationships/customXml" Target="../ink/ink104.xml"/><Relationship Id="rId1" Type="http://schemas.openxmlformats.org/officeDocument/2006/relationships/customXml" Target="../ink/ink99.xml"/></Relationships>
</file>

<file path=ppt/slides/_rels/slide19.xml.rels><?xml version="1.0" encoding="UTF-8" standalone="yes"?>
<Relationships xmlns="http://schemas.openxmlformats.org/package/2006/relationships"><Relationship Id="rId9" Type="http://schemas.openxmlformats.org/officeDocument/2006/relationships/customXml" Target="../ink/ink128.xml"/><Relationship Id="rId8" Type="http://schemas.openxmlformats.org/officeDocument/2006/relationships/image" Target="../media/image131.png"/><Relationship Id="rId7" Type="http://schemas.openxmlformats.org/officeDocument/2006/relationships/customXml" Target="../ink/ink127.xml"/><Relationship Id="rId6" Type="http://schemas.openxmlformats.org/officeDocument/2006/relationships/image" Target="../media/image130.png"/><Relationship Id="rId5" Type="http://schemas.openxmlformats.org/officeDocument/2006/relationships/customXml" Target="../ink/ink126.xml"/><Relationship Id="rId4" Type="http://schemas.openxmlformats.org/officeDocument/2006/relationships/image" Target="../media/image129.png"/><Relationship Id="rId3" Type="http://schemas.openxmlformats.org/officeDocument/2006/relationships/customXml" Target="../ink/ink125.xml"/><Relationship Id="rId27" Type="http://schemas.openxmlformats.org/officeDocument/2006/relationships/slideLayout" Target="../slideLayouts/slideLayout22.xml"/><Relationship Id="rId26" Type="http://schemas.openxmlformats.org/officeDocument/2006/relationships/image" Target="../media/image139.png"/><Relationship Id="rId25" Type="http://schemas.openxmlformats.org/officeDocument/2006/relationships/customXml" Target="../ink/ink136.xml"/><Relationship Id="rId24" Type="http://schemas.openxmlformats.org/officeDocument/2006/relationships/image" Target="../media/image138.png"/><Relationship Id="rId23" Type="http://schemas.openxmlformats.org/officeDocument/2006/relationships/customXml" Target="../ink/ink135.xml"/><Relationship Id="rId22" Type="http://schemas.openxmlformats.org/officeDocument/2006/relationships/image" Target="../media/image137.png"/><Relationship Id="rId21" Type="http://schemas.openxmlformats.org/officeDocument/2006/relationships/customXml" Target="../ink/ink134.xml"/><Relationship Id="rId20" Type="http://schemas.openxmlformats.org/officeDocument/2006/relationships/image" Target="../media/image136.png"/><Relationship Id="rId2" Type="http://schemas.openxmlformats.org/officeDocument/2006/relationships/image" Target="../media/image128.png"/><Relationship Id="rId19" Type="http://schemas.openxmlformats.org/officeDocument/2006/relationships/customXml" Target="../ink/ink133.xml"/><Relationship Id="rId18" Type="http://schemas.openxmlformats.org/officeDocument/2006/relationships/image" Target="../media/image135.png"/><Relationship Id="rId17" Type="http://schemas.openxmlformats.org/officeDocument/2006/relationships/customXml" Target="../ink/ink132.xml"/><Relationship Id="rId16" Type="http://schemas.openxmlformats.org/officeDocument/2006/relationships/image" Target="../media/image134.png"/><Relationship Id="rId15" Type="http://schemas.openxmlformats.org/officeDocument/2006/relationships/customXml" Target="../ink/ink131.xml"/><Relationship Id="rId14" Type="http://schemas.openxmlformats.org/officeDocument/2006/relationships/image" Target="../media/image133.png"/><Relationship Id="rId13" Type="http://schemas.openxmlformats.org/officeDocument/2006/relationships/customXml" Target="../ink/ink130.xml"/><Relationship Id="rId12" Type="http://schemas.openxmlformats.org/officeDocument/2006/relationships/image" Target="../media/image132.png"/><Relationship Id="rId11" Type="http://schemas.openxmlformats.org/officeDocument/2006/relationships/customXml" Target="../ink/ink129.xml"/><Relationship Id="rId10" Type="http://schemas.openxmlformats.org/officeDocument/2006/relationships/image" Target="../media/image21.png"/><Relationship Id="rId1" Type="http://schemas.openxmlformats.org/officeDocument/2006/relationships/customXml" Target="../ink/ink124.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41.png"/><Relationship Id="rId3" Type="http://schemas.openxmlformats.org/officeDocument/2006/relationships/customXml" Target="../ink/ink138.xml"/><Relationship Id="rId2" Type="http://schemas.openxmlformats.org/officeDocument/2006/relationships/image" Target="../media/image140.png"/><Relationship Id="rId1" Type="http://schemas.openxmlformats.org/officeDocument/2006/relationships/customXml" Target="../ink/ink13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142.png"/><Relationship Id="rId1" Type="http://schemas.openxmlformats.org/officeDocument/2006/relationships/customXml" Target="../ink/ink13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143.png"/><Relationship Id="rId1" Type="http://schemas.openxmlformats.org/officeDocument/2006/relationships/customXml" Target="../ink/ink140.xml"/></Relationships>
</file>

<file path=ppt/slides/_rels/slide23.xml.rels><?xml version="1.0" encoding="UTF-8" standalone="yes"?>
<Relationships xmlns="http://schemas.openxmlformats.org/package/2006/relationships"><Relationship Id="rId96" Type="http://schemas.openxmlformats.org/officeDocument/2006/relationships/slideLayout" Target="../slideLayouts/slideLayout22.xml"/><Relationship Id="rId95" Type="http://schemas.openxmlformats.org/officeDocument/2006/relationships/image" Target="../media/image190.png"/><Relationship Id="rId94" Type="http://schemas.openxmlformats.org/officeDocument/2006/relationships/customXml" Target="../ink/ink187.xml"/><Relationship Id="rId93" Type="http://schemas.openxmlformats.org/officeDocument/2006/relationships/image" Target="../media/image189.png"/><Relationship Id="rId92" Type="http://schemas.openxmlformats.org/officeDocument/2006/relationships/customXml" Target="../ink/ink186.xml"/><Relationship Id="rId91" Type="http://schemas.openxmlformats.org/officeDocument/2006/relationships/image" Target="../media/image188.png"/><Relationship Id="rId90" Type="http://schemas.openxmlformats.org/officeDocument/2006/relationships/customXml" Target="../ink/ink185.xml"/><Relationship Id="rId9" Type="http://schemas.openxmlformats.org/officeDocument/2006/relationships/image" Target="../media/image147.png"/><Relationship Id="rId89" Type="http://schemas.openxmlformats.org/officeDocument/2006/relationships/image" Target="../media/image187.png"/><Relationship Id="rId88" Type="http://schemas.openxmlformats.org/officeDocument/2006/relationships/customXml" Target="../ink/ink184.xml"/><Relationship Id="rId87" Type="http://schemas.openxmlformats.org/officeDocument/2006/relationships/image" Target="../media/image186.png"/><Relationship Id="rId86" Type="http://schemas.openxmlformats.org/officeDocument/2006/relationships/customXml" Target="../ink/ink183.xml"/><Relationship Id="rId85" Type="http://schemas.openxmlformats.org/officeDocument/2006/relationships/image" Target="../media/image185.png"/><Relationship Id="rId84" Type="http://schemas.openxmlformats.org/officeDocument/2006/relationships/customXml" Target="../ink/ink182.xml"/><Relationship Id="rId83" Type="http://schemas.openxmlformats.org/officeDocument/2006/relationships/image" Target="../media/image184.png"/><Relationship Id="rId82" Type="http://schemas.openxmlformats.org/officeDocument/2006/relationships/customXml" Target="../ink/ink181.xml"/><Relationship Id="rId81" Type="http://schemas.openxmlformats.org/officeDocument/2006/relationships/image" Target="../media/image183.png"/><Relationship Id="rId80" Type="http://schemas.openxmlformats.org/officeDocument/2006/relationships/customXml" Target="../ink/ink180.xml"/><Relationship Id="rId8" Type="http://schemas.openxmlformats.org/officeDocument/2006/relationships/customXml" Target="../ink/ink144.xml"/><Relationship Id="rId79" Type="http://schemas.openxmlformats.org/officeDocument/2006/relationships/image" Target="../media/image182.png"/><Relationship Id="rId78" Type="http://schemas.openxmlformats.org/officeDocument/2006/relationships/customXml" Target="../ink/ink179.xml"/><Relationship Id="rId77" Type="http://schemas.openxmlformats.org/officeDocument/2006/relationships/image" Target="../media/image181.png"/><Relationship Id="rId76" Type="http://schemas.openxmlformats.org/officeDocument/2006/relationships/customXml" Target="../ink/ink178.xml"/><Relationship Id="rId75" Type="http://schemas.openxmlformats.org/officeDocument/2006/relationships/image" Target="../media/image180.png"/><Relationship Id="rId74" Type="http://schemas.openxmlformats.org/officeDocument/2006/relationships/customXml" Target="../ink/ink177.xml"/><Relationship Id="rId73" Type="http://schemas.openxmlformats.org/officeDocument/2006/relationships/image" Target="../media/image179.png"/><Relationship Id="rId72" Type="http://schemas.openxmlformats.org/officeDocument/2006/relationships/customXml" Target="../ink/ink176.xml"/><Relationship Id="rId71" Type="http://schemas.openxmlformats.org/officeDocument/2006/relationships/image" Target="../media/image178.png"/><Relationship Id="rId70" Type="http://schemas.openxmlformats.org/officeDocument/2006/relationships/customXml" Target="../ink/ink175.xml"/><Relationship Id="rId7" Type="http://schemas.openxmlformats.org/officeDocument/2006/relationships/image" Target="../media/image6.png"/><Relationship Id="rId69" Type="http://schemas.openxmlformats.org/officeDocument/2006/relationships/image" Target="../media/image177.png"/><Relationship Id="rId68" Type="http://schemas.openxmlformats.org/officeDocument/2006/relationships/customXml" Target="../ink/ink174.xml"/><Relationship Id="rId67" Type="http://schemas.openxmlformats.org/officeDocument/2006/relationships/image" Target="../media/image176.png"/><Relationship Id="rId66" Type="http://schemas.openxmlformats.org/officeDocument/2006/relationships/customXml" Target="../ink/ink173.xml"/><Relationship Id="rId65" Type="http://schemas.openxmlformats.org/officeDocument/2006/relationships/image" Target="../media/image175.png"/><Relationship Id="rId64" Type="http://schemas.openxmlformats.org/officeDocument/2006/relationships/customXml" Target="../ink/ink172.xml"/><Relationship Id="rId63" Type="http://schemas.openxmlformats.org/officeDocument/2006/relationships/image" Target="../media/image174.png"/><Relationship Id="rId62" Type="http://schemas.openxmlformats.org/officeDocument/2006/relationships/customXml" Target="../ink/ink171.xml"/><Relationship Id="rId61" Type="http://schemas.openxmlformats.org/officeDocument/2006/relationships/image" Target="../media/image173.png"/><Relationship Id="rId60" Type="http://schemas.openxmlformats.org/officeDocument/2006/relationships/customXml" Target="../ink/ink170.xml"/><Relationship Id="rId6" Type="http://schemas.openxmlformats.org/officeDocument/2006/relationships/customXml" Target="../ink/ink143.xml"/><Relationship Id="rId59" Type="http://schemas.openxmlformats.org/officeDocument/2006/relationships/image" Target="../media/image172.png"/><Relationship Id="rId58" Type="http://schemas.openxmlformats.org/officeDocument/2006/relationships/customXml" Target="../ink/ink169.xml"/><Relationship Id="rId57" Type="http://schemas.openxmlformats.org/officeDocument/2006/relationships/image" Target="../media/image171.png"/><Relationship Id="rId56" Type="http://schemas.openxmlformats.org/officeDocument/2006/relationships/customXml" Target="../ink/ink168.xml"/><Relationship Id="rId55" Type="http://schemas.openxmlformats.org/officeDocument/2006/relationships/image" Target="../media/image170.png"/><Relationship Id="rId54" Type="http://schemas.openxmlformats.org/officeDocument/2006/relationships/customXml" Target="../ink/ink167.xml"/><Relationship Id="rId53" Type="http://schemas.openxmlformats.org/officeDocument/2006/relationships/image" Target="../media/image169.png"/><Relationship Id="rId52" Type="http://schemas.openxmlformats.org/officeDocument/2006/relationships/customXml" Target="../ink/ink166.xml"/><Relationship Id="rId51" Type="http://schemas.openxmlformats.org/officeDocument/2006/relationships/image" Target="../media/image168.png"/><Relationship Id="rId50" Type="http://schemas.openxmlformats.org/officeDocument/2006/relationships/customXml" Target="../ink/ink165.xml"/><Relationship Id="rId5" Type="http://schemas.openxmlformats.org/officeDocument/2006/relationships/image" Target="../media/image146.png"/><Relationship Id="rId49" Type="http://schemas.openxmlformats.org/officeDocument/2006/relationships/image" Target="../media/image167.png"/><Relationship Id="rId48" Type="http://schemas.openxmlformats.org/officeDocument/2006/relationships/customXml" Target="../ink/ink164.xml"/><Relationship Id="rId47" Type="http://schemas.openxmlformats.org/officeDocument/2006/relationships/image" Target="../media/image166.png"/><Relationship Id="rId46" Type="http://schemas.openxmlformats.org/officeDocument/2006/relationships/customXml" Target="../ink/ink163.xml"/><Relationship Id="rId45" Type="http://schemas.openxmlformats.org/officeDocument/2006/relationships/image" Target="../media/image165.png"/><Relationship Id="rId44" Type="http://schemas.openxmlformats.org/officeDocument/2006/relationships/customXml" Target="../ink/ink162.xml"/><Relationship Id="rId43" Type="http://schemas.openxmlformats.org/officeDocument/2006/relationships/image" Target="../media/image164.png"/><Relationship Id="rId42" Type="http://schemas.openxmlformats.org/officeDocument/2006/relationships/customXml" Target="../ink/ink161.xml"/><Relationship Id="rId41" Type="http://schemas.openxmlformats.org/officeDocument/2006/relationships/image" Target="../media/image163.png"/><Relationship Id="rId40" Type="http://schemas.openxmlformats.org/officeDocument/2006/relationships/customXml" Target="../ink/ink160.xml"/><Relationship Id="rId4" Type="http://schemas.openxmlformats.org/officeDocument/2006/relationships/customXml" Target="../ink/ink142.xml"/><Relationship Id="rId39" Type="http://schemas.openxmlformats.org/officeDocument/2006/relationships/image" Target="../media/image162.png"/><Relationship Id="rId38" Type="http://schemas.openxmlformats.org/officeDocument/2006/relationships/customXml" Target="../ink/ink159.xml"/><Relationship Id="rId37" Type="http://schemas.openxmlformats.org/officeDocument/2006/relationships/image" Target="../media/image161.png"/><Relationship Id="rId36" Type="http://schemas.openxmlformats.org/officeDocument/2006/relationships/customXml" Target="../ink/ink158.xml"/><Relationship Id="rId35" Type="http://schemas.openxmlformats.org/officeDocument/2006/relationships/image" Target="../media/image160.png"/><Relationship Id="rId34" Type="http://schemas.openxmlformats.org/officeDocument/2006/relationships/customXml" Target="../ink/ink157.xml"/><Relationship Id="rId33" Type="http://schemas.openxmlformats.org/officeDocument/2006/relationships/image" Target="../media/image159.png"/><Relationship Id="rId32" Type="http://schemas.openxmlformats.org/officeDocument/2006/relationships/customXml" Target="../ink/ink156.xml"/><Relationship Id="rId31" Type="http://schemas.openxmlformats.org/officeDocument/2006/relationships/image" Target="../media/image158.png"/><Relationship Id="rId30" Type="http://schemas.openxmlformats.org/officeDocument/2006/relationships/customXml" Target="../ink/ink155.xml"/><Relationship Id="rId3" Type="http://schemas.openxmlformats.org/officeDocument/2006/relationships/image" Target="../media/image145.png"/><Relationship Id="rId29" Type="http://schemas.openxmlformats.org/officeDocument/2006/relationships/image" Target="../media/image157.png"/><Relationship Id="rId28" Type="http://schemas.openxmlformats.org/officeDocument/2006/relationships/customXml" Target="../ink/ink154.xml"/><Relationship Id="rId27" Type="http://schemas.openxmlformats.org/officeDocument/2006/relationships/image" Target="../media/image156.png"/><Relationship Id="rId26" Type="http://schemas.openxmlformats.org/officeDocument/2006/relationships/customXml" Target="../ink/ink153.xml"/><Relationship Id="rId25" Type="http://schemas.openxmlformats.org/officeDocument/2006/relationships/image" Target="../media/image155.png"/><Relationship Id="rId24" Type="http://schemas.openxmlformats.org/officeDocument/2006/relationships/customXml" Target="../ink/ink152.xml"/><Relationship Id="rId23" Type="http://schemas.openxmlformats.org/officeDocument/2006/relationships/image" Target="../media/image154.png"/><Relationship Id="rId22" Type="http://schemas.openxmlformats.org/officeDocument/2006/relationships/customXml" Target="../ink/ink151.xml"/><Relationship Id="rId21" Type="http://schemas.openxmlformats.org/officeDocument/2006/relationships/image" Target="../media/image153.png"/><Relationship Id="rId20" Type="http://schemas.openxmlformats.org/officeDocument/2006/relationships/customXml" Target="../ink/ink150.xml"/><Relationship Id="rId2" Type="http://schemas.openxmlformats.org/officeDocument/2006/relationships/customXml" Target="../ink/ink141.xml"/><Relationship Id="rId19" Type="http://schemas.openxmlformats.org/officeDocument/2006/relationships/image" Target="../media/image152.png"/><Relationship Id="rId18" Type="http://schemas.openxmlformats.org/officeDocument/2006/relationships/customXml" Target="../ink/ink149.xml"/><Relationship Id="rId17" Type="http://schemas.openxmlformats.org/officeDocument/2006/relationships/image" Target="../media/image151.png"/><Relationship Id="rId16" Type="http://schemas.openxmlformats.org/officeDocument/2006/relationships/customXml" Target="../ink/ink148.xml"/><Relationship Id="rId15" Type="http://schemas.openxmlformats.org/officeDocument/2006/relationships/image" Target="../media/image150.png"/><Relationship Id="rId14" Type="http://schemas.openxmlformats.org/officeDocument/2006/relationships/customXml" Target="../ink/ink147.xml"/><Relationship Id="rId13" Type="http://schemas.openxmlformats.org/officeDocument/2006/relationships/image" Target="../media/image149.png"/><Relationship Id="rId12" Type="http://schemas.openxmlformats.org/officeDocument/2006/relationships/customXml" Target="../ink/ink146.xml"/><Relationship Id="rId11" Type="http://schemas.openxmlformats.org/officeDocument/2006/relationships/image" Target="../media/image148.png"/><Relationship Id="rId10" Type="http://schemas.openxmlformats.org/officeDocument/2006/relationships/customXml" Target="../ink/ink145.xml"/><Relationship Id="rId1" Type="http://schemas.openxmlformats.org/officeDocument/2006/relationships/image" Target="../media/image144.png"/></Relationships>
</file>

<file path=ppt/slides/_rels/slide24.xml.rels><?xml version="1.0" encoding="UTF-8" standalone="yes"?>
<Relationships xmlns="http://schemas.openxmlformats.org/package/2006/relationships"><Relationship Id="rId9" Type="http://schemas.openxmlformats.org/officeDocument/2006/relationships/image" Target="../media/image195.png"/><Relationship Id="rId8" Type="http://schemas.openxmlformats.org/officeDocument/2006/relationships/customXml" Target="../ink/ink191.xml"/><Relationship Id="rId7" Type="http://schemas.openxmlformats.org/officeDocument/2006/relationships/image" Target="../media/image194.png"/><Relationship Id="rId6" Type="http://schemas.openxmlformats.org/officeDocument/2006/relationships/customXml" Target="../ink/ink190.xml"/><Relationship Id="rId5" Type="http://schemas.openxmlformats.org/officeDocument/2006/relationships/image" Target="../media/image193.png"/><Relationship Id="rId4" Type="http://schemas.openxmlformats.org/officeDocument/2006/relationships/customXml" Target="../ink/ink189.xml"/><Relationship Id="rId32" Type="http://schemas.openxmlformats.org/officeDocument/2006/relationships/slideLayout" Target="../slideLayouts/slideLayout22.xml"/><Relationship Id="rId31" Type="http://schemas.openxmlformats.org/officeDocument/2006/relationships/image" Target="../media/image205.png"/><Relationship Id="rId30" Type="http://schemas.openxmlformats.org/officeDocument/2006/relationships/customXml" Target="../ink/ink202.xml"/><Relationship Id="rId3" Type="http://schemas.openxmlformats.org/officeDocument/2006/relationships/image" Target="../media/image192.png"/><Relationship Id="rId29" Type="http://schemas.openxmlformats.org/officeDocument/2006/relationships/image" Target="../media/image204.png"/><Relationship Id="rId28" Type="http://schemas.openxmlformats.org/officeDocument/2006/relationships/customXml" Target="../ink/ink201.xml"/><Relationship Id="rId27" Type="http://schemas.openxmlformats.org/officeDocument/2006/relationships/image" Target="../media/image203.png"/><Relationship Id="rId26" Type="http://schemas.openxmlformats.org/officeDocument/2006/relationships/customXml" Target="../ink/ink200.xml"/><Relationship Id="rId25" Type="http://schemas.openxmlformats.org/officeDocument/2006/relationships/image" Target="../media/image202.png"/><Relationship Id="rId24" Type="http://schemas.openxmlformats.org/officeDocument/2006/relationships/customXml" Target="../ink/ink199.xml"/><Relationship Id="rId23" Type="http://schemas.openxmlformats.org/officeDocument/2006/relationships/image" Target="../media/image201.png"/><Relationship Id="rId22" Type="http://schemas.openxmlformats.org/officeDocument/2006/relationships/customXml" Target="../ink/ink198.xml"/><Relationship Id="rId21" Type="http://schemas.openxmlformats.org/officeDocument/2006/relationships/image" Target="../media/image6.png"/><Relationship Id="rId20" Type="http://schemas.openxmlformats.org/officeDocument/2006/relationships/customXml" Target="../ink/ink197.xml"/><Relationship Id="rId2" Type="http://schemas.openxmlformats.org/officeDocument/2006/relationships/customXml" Target="../ink/ink188.xml"/><Relationship Id="rId19" Type="http://schemas.openxmlformats.org/officeDocument/2006/relationships/image" Target="../media/image200.png"/><Relationship Id="rId18" Type="http://schemas.openxmlformats.org/officeDocument/2006/relationships/customXml" Target="../ink/ink196.xml"/><Relationship Id="rId17" Type="http://schemas.openxmlformats.org/officeDocument/2006/relationships/image" Target="../media/image199.png"/><Relationship Id="rId16" Type="http://schemas.openxmlformats.org/officeDocument/2006/relationships/customXml" Target="../ink/ink195.xml"/><Relationship Id="rId15" Type="http://schemas.openxmlformats.org/officeDocument/2006/relationships/image" Target="../media/image198.png"/><Relationship Id="rId14" Type="http://schemas.openxmlformats.org/officeDocument/2006/relationships/customXml" Target="../ink/ink194.xml"/><Relationship Id="rId13" Type="http://schemas.openxmlformats.org/officeDocument/2006/relationships/image" Target="../media/image197.png"/><Relationship Id="rId12" Type="http://schemas.openxmlformats.org/officeDocument/2006/relationships/customXml" Target="../ink/ink193.xml"/><Relationship Id="rId11" Type="http://schemas.openxmlformats.org/officeDocument/2006/relationships/image" Target="../media/image196.png"/><Relationship Id="rId10" Type="http://schemas.openxmlformats.org/officeDocument/2006/relationships/customXml" Target="../ink/ink192.xml"/><Relationship Id="rId1" Type="http://schemas.openxmlformats.org/officeDocument/2006/relationships/image" Target="../media/image191.png"/></Relationships>
</file>

<file path=ppt/slides/_rels/slide25.xml.rels><?xml version="1.0" encoding="UTF-8" standalone="yes"?>
<Relationships xmlns="http://schemas.openxmlformats.org/package/2006/relationships"><Relationship Id="rId9" Type="http://schemas.openxmlformats.org/officeDocument/2006/relationships/image" Target="../media/image210.png"/><Relationship Id="rId8" Type="http://schemas.openxmlformats.org/officeDocument/2006/relationships/customXml" Target="../ink/ink205.xml"/><Relationship Id="rId7" Type="http://schemas.openxmlformats.org/officeDocument/2006/relationships/image" Target="../media/image209.png"/><Relationship Id="rId6" Type="http://schemas.openxmlformats.org/officeDocument/2006/relationships/customXml" Target="../ink/ink204.xml"/><Relationship Id="rId5" Type="http://schemas.openxmlformats.org/officeDocument/2006/relationships/image" Target="../media/image208.png"/><Relationship Id="rId4" Type="http://schemas.openxmlformats.org/officeDocument/2006/relationships/customXml" Target="../ink/ink203.xml"/><Relationship Id="rId3" Type="http://schemas.openxmlformats.org/officeDocument/2006/relationships/image" Target="../media/image207.emf"/><Relationship Id="rId27" Type="http://schemas.openxmlformats.org/officeDocument/2006/relationships/vmlDrawing" Target="../drawings/vmlDrawing1.vml"/><Relationship Id="rId26" Type="http://schemas.openxmlformats.org/officeDocument/2006/relationships/slideLayout" Target="../slideLayouts/slideLayout22.xml"/><Relationship Id="rId25" Type="http://schemas.openxmlformats.org/officeDocument/2006/relationships/image" Target="../media/image218.png"/><Relationship Id="rId24" Type="http://schemas.openxmlformats.org/officeDocument/2006/relationships/customXml" Target="../ink/ink213.xml"/><Relationship Id="rId23" Type="http://schemas.openxmlformats.org/officeDocument/2006/relationships/image" Target="../media/image217.png"/><Relationship Id="rId22" Type="http://schemas.openxmlformats.org/officeDocument/2006/relationships/customXml" Target="../ink/ink212.xml"/><Relationship Id="rId21" Type="http://schemas.openxmlformats.org/officeDocument/2006/relationships/image" Target="../media/image216.png"/><Relationship Id="rId20" Type="http://schemas.openxmlformats.org/officeDocument/2006/relationships/customXml" Target="../ink/ink211.xml"/><Relationship Id="rId2" Type="http://schemas.openxmlformats.org/officeDocument/2006/relationships/oleObject" Target="../embeddings/oleObject1.bin"/><Relationship Id="rId19" Type="http://schemas.openxmlformats.org/officeDocument/2006/relationships/image" Target="../media/image215.png"/><Relationship Id="rId18" Type="http://schemas.openxmlformats.org/officeDocument/2006/relationships/customXml" Target="../ink/ink210.xml"/><Relationship Id="rId17" Type="http://schemas.openxmlformats.org/officeDocument/2006/relationships/image" Target="../media/image214.png"/><Relationship Id="rId16" Type="http://schemas.openxmlformats.org/officeDocument/2006/relationships/customXml" Target="../ink/ink209.xml"/><Relationship Id="rId15" Type="http://schemas.openxmlformats.org/officeDocument/2006/relationships/image" Target="../media/image213.png"/><Relationship Id="rId14" Type="http://schemas.openxmlformats.org/officeDocument/2006/relationships/customXml" Target="../ink/ink208.xml"/><Relationship Id="rId13" Type="http://schemas.openxmlformats.org/officeDocument/2006/relationships/image" Target="../media/image212.png"/><Relationship Id="rId12" Type="http://schemas.openxmlformats.org/officeDocument/2006/relationships/customXml" Target="../ink/ink207.xml"/><Relationship Id="rId11" Type="http://schemas.openxmlformats.org/officeDocument/2006/relationships/image" Target="../media/image211.png"/><Relationship Id="rId10" Type="http://schemas.openxmlformats.org/officeDocument/2006/relationships/customXml" Target="../ink/ink206.xml"/><Relationship Id="rId1" Type="http://schemas.openxmlformats.org/officeDocument/2006/relationships/image" Target="../media/image206.png"/></Relationships>
</file>

<file path=ppt/slides/_rels/slide26.xml.rels><?xml version="1.0" encoding="UTF-8" standalone="yes"?>
<Relationships xmlns="http://schemas.openxmlformats.org/package/2006/relationships"><Relationship Id="rId9" Type="http://schemas.openxmlformats.org/officeDocument/2006/relationships/image" Target="../media/image223.png"/><Relationship Id="rId8" Type="http://schemas.openxmlformats.org/officeDocument/2006/relationships/customXml" Target="../ink/ink217.xml"/><Relationship Id="rId7" Type="http://schemas.openxmlformats.org/officeDocument/2006/relationships/image" Target="../media/image222.png"/><Relationship Id="rId6" Type="http://schemas.openxmlformats.org/officeDocument/2006/relationships/customXml" Target="../ink/ink216.xml"/><Relationship Id="rId5" Type="http://schemas.openxmlformats.org/officeDocument/2006/relationships/image" Target="../media/image221.png"/><Relationship Id="rId4" Type="http://schemas.openxmlformats.org/officeDocument/2006/relationships/customXml" Target="../ink/ink215.xml"/><Relationship Id="rId36" Type="http://schemas.openxmlformats.org/officeDocument/2006/relationships/slideLayout" Target="../slideLayouts/slideLayout22.xml"/><Relationship Id="rId35" Type="http://schemas.openxmlformats.org/officeDocument/2006/relationships/image" Target="../media/image236.png"/><Relationship Id="rId34" Type="http://schemas.openxmlformats.org/officeDocument/2006/relationships/customXml" Target="../ink/ink230.xml"/><Relationship Id="rId33" Type="http://schemas.openxmlformats.org/officeDocument/2006/relationships/image" Target="../media/image235.png"/><Relationship Id="rId32" Type="http://schemas.openxmlformats.org/officeDocument/2006/relationships/customXml" Target="../ink/ink229.xml"/><Relationship Id="rId31" Type="http://schemas.openxmlformats.org/officeDocument/2006/relationships/image" Target="../media/image234.png"/><Relationship Id="rId30" Type="http://schemas.openxmlformats.org/officeDocument/2006/relationships/customXml" Target="../ink/ink228.xml"/><Relationship Id="rId3" Type="http://schemas.openxmlformats.org/officeDocument/2006/relationships/image" Target="../media/image220.png"/><Relationship Id="rId29" Type="http://schemas.openxmlformats.org/officeDocument/2006/relationships/image" Target="../media/image233.png"/><Relationship Id="rId28" Type="http://schemas.openxmlformats.org/officeDocument/2006/relationships/customXml" Target="../ink/ink227.xml"/><Relationship Id="rId27" Type="http://schemas.openxmlformats.org/officeDocument/2006/relationships/image" Target="../media/image232.png"/><Relationship Id="rId26" Type="http://schemas.openxmlformats.org/officeDocument/2006/relationships/customXml" Target="../ink/ink226.xml"/><Relationship Id="rId25" Type="http://schemas.openxmlformats.org/officeDocument/2006/relationships/image" Target="../media/image231.png"/><Relationship Id="rId24" Type="http://schemas.openxmlformats.org/officeDocument/2006/relationships/customXml" Target="../ink/ink225.xml"/><Relationship Id="rId23" Type="http://schemas.openxmlformats.org/officeDocument/2006/relationships/image" Target="../media/image230.png"/><Relationship Id="rId22" Type="http://schemas.openxmlformats.org/officeDocument/2006/relationships/customXml" Target="../ink/ink224.xml"/><Relationship Id="rId21" Type="http://schemas.openxmlformats.org/officeDocument/2006/relationships/image" Target="../media/image229.png"/><Relationship Id="rId20" Type="http://schemas.openxmlformats.org/officeDocument/2006/relationships/customXml" Target="../ink/ink223.xml"/><Relationship Id="rId2" Type="http://schemas.openxmlformats.org/officeDocument/2006/relationships/customXml" Target="../ink/ink214.xml"/><Relationship Id="rId19" Type="http://schemas.openxmlformats.org/officeDocument/2006/relationships/image" Target="../media/image228.png"/><Relationship Id="rId18" Type="http://schemas.openxmlformats.org/officeDocument/2006/relationships/customXml" Target="../ink/ink222.xml"/><Relationship Id="rId17" Type="http://schemas.openxmlformats.org/officeDocument/2006/relationships/image" Target="../media/image227.png"/><Relationship Id="rId16" Type="http://schemas.openxmlformats.org/officeDocument/2006/relationships/customXml" Target="../ink/ink221.xml"/><Relationship Id="rId15" Type="http://schemas.openxmlformats.org/officeDocument/2006/relationships/image" Target="../media/image226.png"/><Relationship Id="rId14" Type="http://schemas.openxmlformats.org/officeDocument/2006/relationships/customXml" Target="../ink/ink220.xml"/><Relationship Id="rId13" Type="http://schemas.openxmlformats.org/officeDocument/2006/relationships/image" Target="../media/image225.png"/><Relationship Id="rId12" Type="http://schemas.openxmlformats.org/officeDocument/2006/relationships/customXml" Target="../ink/ink219.xml"/><Relationship Id="rId11" Type="http://schemas.openxmlformats.org/officeDocument/2006/relationships/image" Target="../media/image224.png"/><Relationship Id="rId10" Type="http://schemas.openxmlformats.org/officeDocument/2006/relationships/customXml" Target="../ink/ink218.xml"/><Relationship Id="rId1" Type="http://schemas.openxmlformats.org/officeDocument/2006/relationships/image" Target="../media/image2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945765" y="2347595"/>
            <a:ext cx="6781800" cy="768350"/>
          </a:xfrm>
          <a:prstGeom prst="rect">
            <a:avLst/>
          </a:prstGeom>
          <a:noFill/>
        </p:spPr>
        <p:txBody>
          <a:bodyPr wrap="square" rtlCol="0">
            <a:spAutoFit/>
            <a:scene3d>
              <a:camera prst="orthographicFront"/>
              <a:lightRig rig="threePt" dir="t"/>
            </a:scene3d>
            <a:sp3d contourW="12700"/>
          </a:bodyPr>
          <a:lstStyle/>
          <a:p>
            <a:pPr algn="ctr"/>
            <a:r>
              <a:rPr lang="zh-CN" altLang="en-US" sz="4400" b="1">
                <a:latin typeface="+mj-ea"/>
                <a:ea typeface="+mj-ea"/>
                <a:cs typeface="+mj-ea"/>
                <a:sym typeface="+mn-lt"/>
              </a:rPr>
              <a:t>项目一  智能交通灯系统</a:t>
            </a:r>
            <a:endParaRPr lang="zh-CN" altLang="zh-CN" sz="4400" b="1" dirty="0">
              <a:solidFill>
                <a:schemeClr val="tx1"/>
              </a:solidFill>
              <a:latin typeface="+mj-ea"/>
              <a:ea typeface="+mj-ea"/>
              <a:cs typeface="+mj-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
            <a:hlinkClick r:id="rId1" action="ppaction://hlinksldjump"/>
          </p:cNvPr>
          <p:cNvSpPr txBox="1">
            <a:spLocks noChangeArrowheads="1"/>
          </p:cNvSpPr>
          <p:nvPr/>
        </p:nvSpPr>
        <p:spPr bwMode="auto">
          <a:xfrm>
            <a:off x="1229359" y="1548435"/>
            <a:ext cx="10341317" cy="67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rgbClr val="0070C0"/>
                </a:solidFill>
                <a:latin typeface="微软雅黑" panose="020B0503020204020204" pitchFamily="34" charset="-122"/>
                <a:ea typeface="微软雅黑" panose="020B0503020204020204" pitchFamily="34" charset="-122"/>
              </a:rPr>
              <a:t>职业能力目标：</a:t>
            </a:r>
            <a:endParaRPr lang="zh-CN" altLang="en-US" sz="2800" dirty="0">
              <a:solidFill>
                <a:srgbClr val="0070C0"/>
              </a:solidFill>
              <a:latin typeface="微软雅黑" panose="020B0503020204020204" pitchFamily="34" charset="-122"/>
              <a:ea typeface="微软雅黑" panose="020B0503020204020204" pitchFamily="34" charset="-122"/>
            </a:endParaRPr>
          </a:p>
        </p:txBody>
      </p:sp>
      <p:sp>
        <p:nvSpPr>
          <p:cNvPr id="6" name="Text Box 12">
            <a:hlinkClick r:id="rId1" action="ppaction://hlinksldjump"/>
          </p:cNvPr>
          <p:cNvSpPr txBox="1">
            <a:spLocks noChangeArrowheads="1"/>
          </p:cNvSpPr>
          <p:nvPr/>
        </p:nvSpPr>
        <p:spPr bwMode="auto">
          <a:xfrm>
            <a:off x="3318161" y="438773"/>
            <a:ext cx="9979660" cy="733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chemeClr val="tx1">
                    <a:lumMod val="95000"/>
                    <a:lumOff val="5000"/>
                  </a:schemeClr>
                </a:solidFill>
                <a:latin typeface="微软雅黑" panose="020B0503020204020204" pitchFamily="34" charset="-122"/>
                <a:ea typeface="微软雅黑" panose="020B0503020204020204" pitchFamily="34" charset="-122"/>
              </a:rPr>
              <a:t>任务五 智能交通灯系统的实现</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1364973" y="2310020"/>
            <a:ext cx="9501809" cy="3211264"/>
          </a:xfrm>
          <a:prstGeom prst="rect">
            <a:avLst/>
          </a:prstGeom>
        </p:spPr>
        <p:txBody>
          <a:bodyPr wrap="square">
            <a:spAutoFit/>
          </a:bodyPr>
          <a:lstStyle/>
          <a:p>
            <a:pPr marL="457200" indent="-457200" eaLnBrk="0" fontAlgn="auto" hangingPunct="0">
              <a:lnSpc>
                <a:spcPts val="5000"/>
              </a:lnSpc>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能综合运用</a:t>
            </a:r>
            <a:r>
              <a:rPr lang="en-US" altLang="zh-CN" sz="2400">
                <a:latin typeface="微软雅黑" panose="020B0503020204020204" pitchFamily="34" charset="-122"/>
                <a:ea typeface="微软雅黑" panose="020B0503020204020204" pitchFamily="34" charset="-122"/>
              </a:rPr>
              <a:t>CC2530 I/O</a:t>
            </a:r>
            <a:r>
              <a:rPr lang="zh-CN" altLang="en-US" sz="2400">
                <a:latin typeface="微软雅黑" panose="020B0503020204020204" pitchFamily="34" charset="-122"/>
                <a:ea typeface="微软雅黑" panose="020B0503020204020204" pitchFamily="34" charset="-122"/>
              </a:rPr>
              <a:t>端口、延时、中断、定时、串口等技术，构建应用体系；</a:t>
            </a:r>
            <a:endParaRPr lang="zh-CN" altLang="en-US" sz="2400">
              <a:latin typeface="微软雅黑" panose="020B0503020204020204" pitchFamily="34" charset="-122"/>
              <a:ea typeface="微软雅黑" panose="020B0503020204020204" pitchFamily="34" charset="-122"/>
            </a:endParaRPr>
          </a:p>
          <a:p>
            <a:pPr marL="457200" indent="-457200" eaLnBrk="0" fontAlgn="auto" hangingPunct="0">
              <a:lnSpc>
                <a:spcPts val="5000"/>
              </a:lnSpc>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能熟练完成</a:t>
            </a: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端口访问、延时、中断、定时</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计数器、串口等设置和功能模块设计；</a:t>
            </a:r>
            <a:endParaRPr lang="zh-CN" altLang="en-US" sz="2400">
              <a:latin typeface="微软雅黑" panose="020B0503020204020204" pitchFamily="34" charset="-122"/>
              <a:ea typeface="微软雅黑" panose="020B0503020204020204" pitchFamily="34" charset="-122"/>
            </a:endParaRPr>
          </a:p>
          <a:p>
            <a:pPr marL="457200" indent="-457200" eaLnBrk="0" fontAlgn="auto" hangingPunct="0">
              <a:lnSpc>
                <a:spcPts val="5000"/>
              </a:lnSpc>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熟练运行</a:t>
            </a:r>
            <a:r>
              <a:rPr lang="en-US" altLang="zh-CN" sz="2400">
                <a:latin typeface="微软雅黑" panose="020B0503020204020204" pitchFamily="34" charset="-122"/>
                <a:ea typeface="微软雅黑" panose="020B0503020204020204" pitchFamily="34" charset="-122"/>
              </a:rPr>
              <a:t>IAR</a:t>
            </a:r>
            <a:r>
              <a:rPr lang="zh-CN" altLang="en-US" sz="2400">
                <a:latin typeface="微软雅黑" panose="020B0503020204020204" pitchFamily="34" charset="-122"/>
                <a:ea typeface="微软雅黑" panose="020B0503020204020204" pitchFamily="34" charset="-122"/>
              </a:rPr>
              <a:t>开发环境进行复杂项目的开发和联调。</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
            <a:hlinkClick r:id="rId1" action="ppaction://hlinksldjump"/>
          </p:cNvPr>
          <p:cNvSpPr txBox="1">
            <a:spLocks noChangeArrowheads="1"/>
          </p:cNvSpPr>
          <p:nvPr/>
        </p:nvSpPr>
        <p:spPr bwMode="auto">
          <a:xfrm>
            <a:off x="867507" y="1863606"/>
            <a:ext cx="1069876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r>
              <a:rPr lang="zh-CN" altLang="en-US" sz="2400">
                <a:latin typeface="微软雅黑" panose="020B0503020204020204" pitchFamily="34" charset="-122"/>
                <a:ea typeface="微软雅黑" panose="020B0503020204020204" pitchFamily="34" charset="-122"/>
              </a:rPr>
              <a:t> 本任务要求将前面构建的交通灯测试、限行控制、时序精准的正常通行控制等三个功能按合量逻辑集中起来，使交通灯模块即接受本地按键</a:t>
            </a:r>
            <a:r>
              <a:rPr lang="en-US" altLang="zh-CN" sz="2400">
                <a:latin typeface="微软雅黑" panose="020B0503020204020204" pitchFamily="34" charset="-122"/>
                <a:ea typeface="微软雅黑" panose="020B0503020204020204" pitchFamily="34" charset="-122"/>
              </a:rPr>
              <a:t>SW1</a:t>
            </a:r>
            <a:r>
              <a:rPr lang="zh-CN" altLang="en-US" sz="2400">
                <a:latin typeface="微软雅黑" panose="020B0503020204020204" pitchFamily="34" charset="-122"/>
                <a:ea typeface="微软雅黑" panose="020B0503020204020204" pitchFamily="34" charset="-122"/>
              </a:rPr>
              <a:t>在紧急情况下控制的正常通行模式和限行模式的切换，又支持按上位机下发的指令“</a:t>
            </a:r>
            <a:r>
              <a:rPr lang="en-US" altLang="zh-CN" sz="2400">
                <a:latin typeface="微软雅黑" panose="020B0503020204020204" pitchFamily="34" charset="-122"/>
                <a:ea typeface="微软雅黑" panose="020B0503020204020204" pitchFamily="34" charset="-122"/>
              </a:rPr>
              <a:t>r”</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f”</a:t>
            </a:r>
            <a:r>
              <a:rPr lang="zh-CN" altLang="en-US" sz="2400">
                <a:latin typeface="微软雅黑" panose="020B0503020204020204" pitchFamily="34" charset="-122"/>
                <a:ea typeface="微软雅黑" panose="020B0503020204020204" pitchFamily="34" charset="-122"/>
              </a:rPr>
              <a:t>在正常通行和限行模式间切换。</a:t>
            </a:r>
            <a:endParaRPr lang="zh-CN" altLang="en-US" sz="2400">
              <a:latin typeface="微软雅黑" panose="020B0503020204020204" pitchFamily="34" charset="-122"/>
              <a:ea typeface="微软雅黑" panose="020B0503020204020204" pitchFamily="34" charset="-122"/>
            </a:endParaRPr>
          </a:p>
        </p:txBody>
      </p:sp>
      <p:sp>
        <p:nvSpPr>
          <p:cNvPr id="6" name="Text Box 12">
            <a:hlinkClick r:id="rId1" action="ppaction://hlinksldjump"/>
          </p:cNvPr>
          <p:cNvSpPr txBox="1">
            <a:spLocks noChangeArrowheads="1"/>
          </p:cNvSpPr>
          <p:nvPr/>
        </p:nvSpPr>
        <p:spPr bwMode="auto">
          <a:xfrm>
            <a:off x="3318161" y="438773"/>
            <a:ext cx="9979660" cy="67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chemeClr val="tx1">
                    <a:lumMod val="95000"/>
                    <a:lumOff val="5000"/>
                  </a:schemeClr>
                </a:solidFill>
                <a:latin typeface="微软雅黑" panose="020B0503020204020204" pitchFamily="34" charset="-122"/>
                <a:ea typeface="微软雅黑" panose="020B0503020204020204" pitchFamily="34" charset="-122"/>
              </a:rPr>
              <a:t>任务五 智能交通灯系统的实现</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1060938" y="4337772"/>
            <a:ext cx="10709030" cy="1938992"/>
          </a:xfrm>
          <a:prstGeom prst="rect">
            <a:avLst/>
          </a:prstGeom>
        </p:spPr>
        <p:txBody>
          <a:bodyPr wrap="square">
            <a:spAutoFit/>
          </a:bodyPr>
          <a:lstStyle/>
          <a:p>
            <a:pPr marL="457200" indent="-457200" eaLnBrk="0" fontAlgn="auto" hangingPunct="0">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分析交通灯的功能及控制模式，合理设计交通灯工作状态转换；</a:t>
            </a:r>
            <a:endParaRPr lang="zh-CN" altLang="en-US" sz="2400">
              <a:latin typeface="微软雅黑" panose="020B0503020204020204" pitchFamily="34" charset="-122"/>
              <a:ea typeface="微软雅黑" panose="020B0503020204020204" pitchFamily="34" charset="-122"/>
            </a:endParaRPr>
          </a:p>
          <a:p>
            <a:pPr marL="457200" indent="-457200" eaLnBrk="0" fontAlgn="auto" hangingPunct="0">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定义交通灯控制逻辑，建立交通灯控制模块；</a:t>
            </a:r>
            <a:endParaRPr lang="zh-CN" altLang="en-US" sz="2400">
              <a:latin typeface="微软雅黑" panose="020B0503020204020204" pitchFamily="34" charset="-122"/>
              <a:ea typeface="微软雅黑" panose="020B0503020204020204" pitchFamily="34" charset="-122"/>
            </a:endParaRPr>
          </a:p>
          <a:p>
            <a:pPr marL="457200" indent="-457200" eaLnBrk="0" fontAlgn="auto" hangingPunct="0">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汇总对</a:t>
            </a: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端口、中断、定时器的综合运用，筛选、优化各项功能的实现</a:t>
            </a:r>
            <a:r>
              <a:rPr lang="en-US" altLang="zh-CN"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marL="457200" indent="-457200" eaLnBrk="0" fontAlgn="auto" hangingPunct="0">
              <a:buFont typeface="Wingdings" panose="05000000000000000000" charset="0"/>
              <a:buChar char="u"/>
            </a:pPr>
            <a:r>
              <a:rPr lang="zh-CN" altLang="en-US" sz="2400">
                <a:latin typeface="微软雅黑" panose="020B0503020204020204" pitchFamily="34" charset="-122"/>
                <a:ea typeface="微软雅黑" panose="020B0503020204020204" pitchFamily="34" charset="-122"/>
              </a:rPr>
              <a:t>生成完整的交通灯控制程序，熟练应用</a:t>
            </a:r>
            <a:r>
              <a:rPr lang="en-US" altLang="zh-CN" sz="2400">
                <a:latin typeface="微软雅黑" panose="020B0503020204020204" pitchFamily="34" charset="-122"/>
                <a:ea typeface="微软雅黑" panose="020B0503020204020204" pitchFamily="34" charset="-122"/>
              </a:rPr>
              <a:t>IAR</a:t>
            </a:r>
            <a:r>
              <a:rPr lang="zh-CN" altLang="en-US" sz="2400">
                <a:latin typeface="微软雅黑" panose="020B0503020204020204" pitchFamily="34" charset="-122"/>
                <a:ea typeface="微软雅黑" panose="020B0503020204020204" pitchFamily="34" charset="-122"/>
              </a:rPr>
              <a:t>开发环境完成项目建立、开发调试与测试。</a:t>
            </a:r>
            <a:endParaRPr lang="zh-CN" altLang="en-US" sz="2400" dirty="0">
              <a:latin typeface="微软雅黑" panose="020B0503020204020204" pitchFamily="34" charset="-122"/>
              <a:ea typeface="微软雅黑" panose="020B0503020204020204" pitchFamily="34" charset="-122"/>
            </a:endParaRPr>
          </a:p>
        </p:txBody>
      </p:sp>
      <p:sp>
        <p:nvSpPr>
          <p:cNvPr id="7" name="矩形 6"/>
          <p:cNvSpPr/>
          <p:nvPr/>
        </p:nvSpPr>
        <p:spPr>
          <a:xfrm>
            <a:off x="867507" y="1143450"/>
            <a:ext cx="3057247" cy="658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5000"/>
              </a:lnSpc>
            </a:pPr>
            <a:r>
              <a:rPr lang="zh-CN" altLang="en-US" sz="2800" b="1" dirty="0">
                <a:solidFill>
                  <a:srgbClr val="0070C0"/>
                </a:solidFill>
                <a:latin typeface="微软雅黑" panose="020B0503020204020204" pitchFamily="34" charset="-122"/>
                <a:ea typeface="微软雅黑" panose="020B0503020204020204" pitchFamily="34" charset="-122"/>
              </a:rPr>
              <a:t>任务描述</a:t>
            </a:r>
            <a:r>
              <a:rPr lang="zh-CN" altLang="en-US" sz="2400" b="1" dirty="0">
                <a:solidFill>
                  <a:srgbClr val="0070C0"/>
                </a:solidFill>
                <a:latin typeface="微软雅黑" panose="020B0503020204020204" pitchFamily="34" charset="-122"/>
                <a:ea typeface="微软雅黑" panose="020B0503020204020204" pitchFamily="34" charset="-122"/>
              </a:rPr>
              <a:t>：</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867507" y="3556166"/>
            <a:ext cx="3057247" cy="658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5000"/>
              </a:lnSpc>
            </a:pPr>
            <a:r>
              <a:rPr lang="zh-CN" altLang="en-US" sz="2800" b="1">
                <a:solidFill>
                  <a:srgbClr val="0070C0"/>
                </a:solidFill>
                <a:latin typeface="微软雅黑" panose="020B0503020204020204" pitchFamily="34" charset="-122"/>
                <a:ea typeface="微软雅黑" panose="020B0503020204020204" pitchFamily="34" charset="-122"/>
              </a:rPr>
              <a:t>任务要求：</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42901" y="1149668"/>
            <a:ext cx="7994113"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
              <a:defRPr/>
            </a:pPr>
            <a:r>
              <a:rPr lang="zh-CN" altLang="en-US" sz="4000" b="1">
                <a:solidFill>
                  <a:schemeClr val="tx2"/>
                </a:solidFill>
                <a:sym typeface="+mn-ea"/>
              </a:rPr>
              <a:t>任务五 智能交通灯系统的实现</a:t>
            </a:r>
            <a:endParaRPr kumimoji="0" lang="zh-CN" altLang="en-US" sz="4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2" name="组合 1"/>
          <p:cNvGrpSpPr/>
          <p:nvPr/>
        </p:nvGrpSpPr>
        <p:grpSpPr>
          <a:xfrm>
            <a:off x="1172210" y="2678430"/>
            <a:ext cx="4963160" cy="3200400"/>
            <a:chOff x="2846" y="4236"/>
            <a:chExt cx="7296" cy="5040"/>
          </a:xfrm>
        </p:grpSpPr>
        <p:sp>
          <p:nvSpPr>
            <p:cNvPr id="8" name="文本框 7"/>
            <p:cNvSpPr txBox="1"/>
            <p:nvPr/>
          </p:nvSpPr>
          <p:spPr>
            <a:xfrm flipH="1">
              <a:off x="4602" y="4524"/>
              <a:ext cx="5541"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a:solidFill>
                    <a:srgbClr val="0064D2"/>
                  </a:solidFill>
                  <a:latin typeface="微软雅黑" panose="020B0503020204020204" pitchFamily="34" charset="-122"/>
                  <a:ea typeface="微软雅黑" panose="020B0503020204020204" pitchFamily="34" charset="-122"/>
                  <a:sym typeface="+mn-ea"/>
                </a:rPr>
                <a:t>任务分析与规划</a:t>
              </a:r>
              <a:endParaRPr kumimoji="0" lang="zh-CN" altLang="en-US" sz="2800" b="1" i="0" u="none" strike="noStrike" kern="1200" cap="none" spc="0" normalizeH="0" baseline="0" noProof="0" dirty="0">
                <a:ln>
                  <a:noFill/>
                </a:ln>
                <a:solidFill>
                  <a:srgbClr val="0064D2"/>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nvSpPr>
          <p:spPr>
            <a:xfrm>
              <a:off x="2846" y="4236"/>
              <a:ext cx="1414" cy="1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nvCxnSpPr>
          <p:spPr>
            <a:xfrm flipH="1">
              <a:off x="4256" y="4530"/>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flipH="1">
              <a:off x="4602" y="6298"/>
              <a:ext cx="4225" cy="822"/>
            </a:xfrm>
            <a:prstGeom prst="rect">
              <a:avLst/>
            </a:prstGeom>
            <a:noFill/>
          </p:spPr>
          <p:txBody>
            <a:bodyPr wrap="square" rtlCol="0">
              <a:spAutoFit/>
            </a:bodyPr>
            <a:lstStyle/>
            <a:p>
              <a:pPr eaLnBrk="0" hangingPunct="0"/>
              <a:r>
                <a:rPr lang="zh-CN" altLang="en-US" sz="2800">
                  <a:cs typeface="+mn-ea"/>
                  <a:sym typeface="+mn-lt"/>
                </a:rPr>
                <a:t>任务实施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4" name="文本框 33"/>
            <p:cNvSpPr txBox="1"/>
            <p:nvPr/>
          </p:nvSpPr>
          <p:spPr>
            <a:xfrm>
              <a:off x="2846" y="6009"/>
              <a:ext cx="1371" cy="13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nvCxnSpPr>
          <p:spPr>
            <a:xfrm flipH="1">
              <a:off x="4256" y="6303"/>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flipH="1">
              <a:off x="4602" y="8259"/>
              <a:ext cx="4225" cy="822"/>
            </a:xfrm>
            <a:prstGeom prst="rect">
              <a:avLst/>
            </a:prstGeom>
            <a:noFill/>
          </p:spPr>
          <p:txBody>
            <a:bodyPr wrap="square" rtlCol="0">
              <a:spAutoFit/>
            </a:bodyPr>
            <a:lstStyle/>
            <a:p>
              <a:pPr eaLnBrk="0" hangingPunct="0"/>
              <a:r>
                <a:rPr lang="zh-CN" altLang="en-US" sz="2800">
                  <a:cs typeface="+mn-ea"/>
                  <a:sym typeface="+mn-lt"/>
                </a:rPr>
                <a:t>任务小结</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11" name="文本框 10"/>
            <p:cNvSpPr txBox="1"/>
            <p:nvPr/>
          </p:nvSpPr>
          <p:spPr>
            <a:xfrm>
              <a:off x="2846" y="7970"/>
              <a:ext cx="1356" cy="1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2" name="直接连接符 11"/>
            <p:cNvCxnSpPr/>
            <p:nvPr/>
          </p:nvCxnSpPr>
          <p:spPr>
            <a:xfrm flipH="1">
              <a:off x="4256" y="8264"/>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511925" y="2678430"/>
            <a:ext cx="4963160" cy="3201035"/>
            <a:chOff x="9906" y="4236"/>
            <a:chExt cx="7816" cy="5041"/>
          </a:xfrm>
        </p:grpSpPr>
        <p:sp>
          <p:nvSpPr>
            <p:cNvPr id="17" name="文本框 16"/>
            <p:cNvSpPr txBox="1"/>
            <p:nvPr/>
          </p:nvSpPr>
          <p:spPr>
            <a:xfrm flipH="1">
              <a:off x="11662" y="4524"/>
              <a:ext cx="6060" cy="822"/>
            </a:xfrm>
            <a:prstGeom prst="rect">
              <a:avLst/>
            </a:prstGeom>
            <a:noFill/>
          </p:spPr>
          <p:txBody>
            <a:bodyPr wrap="square" rtlCol="0">
              <a:spAutoFit/>
            </a:bodyPr>
            <a:lstStyle/>
            <a:p>
              <a:pPr lvl="0">
                <a:defRPr/>
              </a:pPr>
              <a:r>
                <a:rPr lang="zh-CN" altLang="en-US" sz="2800">
                  <a:solidFill>
                    <a:schemeClr val="tx2"/>
                  </a:solidFill>
                  <a:cs typeface="+mn-ea"/>
                  <a:sym typeface="+mn-lt"/>
                </a:rPr>
                <a:t>知识储备</a:t>
              </a:r>
              <a:endParaRPr kumimoji="0" lang="zh-CN" altLang="zh-CN" sz="2800" i="0" u="none" strike="noStrike" kern="1200" cap="none" spc="0" normalizeH="0" baseline="0" noProof="0" dirty="0">
                <a:ln>
                  <a:noFill/>
                </a:ln>
                <a:solidFill>
                  <a:schemeClr val="tx2"/>
                </a:solidFill>
                <a:effectLst/>
                <a:uLnTx/>
                <a:uFillTx/>
                <a:latin typeface="Arial" panose="020B0604020202020204"/>
                <a:ea typeface="微软雅黑" panose="020B0503020204020204" pitchFamily="34" charset="-122"/>
                <a:cs typeface="+mn-ea"/>
                <a:sym typeface="+mn-lt"/>
              </a:endParaRPr>
            </a:p>
          </p:txBody>
        </p:sp>
        <p:sp>
          <p:nvSpPr>
            <p:cNvPr id="19" name="文本框 18"/>
            <p:cNvSpPr txBox="1"/>
            <p:nvPr/>
          </p:nvSpPr>
          <p:spPr>
            <a:xfrm>
              <a:off x="9906" y="4236"/>
              <a:ext cx="1371" cy="13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chemeClr val="tx2"/>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a:ln>
                  <a:noFill/>
                </a:ln>
                <a:solidFill>
                  <a:schemeClr val="tx2"/>
                </a:solidFill>
                <a:effectLst/>
                <a:uLnTx/>
                <a:uFillTx/>
                <a:latin typeface="Arial" panose="020B0604020202020204"/>
                <a:ea typeface="微软雅黑" panose="020B0503020204020204" pitchFamily="34" charset="-122"/>
                <a:cs typeface="+mn-ea"/>
                <a:sym typeface="+mn-lt"/>
              </a:endParaRPr>
            </a:p>
          </p:txBody>
        </p:sp>
        <p:cxnSp>
          <p:nvCxnSpPr>
            <p:cNvPr id="20" name="直接连接符 19"/>
            <p:cNvCxnSpPr/>
            <p:nvPr/>
          </p:nvCxnSpPr>
          <p:spPr>
            <a:xfrm flipH="1">
              <a:off x="11316" y="4530"/>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flipH="1">
              <a:off x="11662" y="6298"/>
              <a:ext cx="4792" cy="822"/>
            </a:xfrm>
            <a:prstGeom prst="rect">
              <a:avLst/>
            </a:prstGeom>
            <a:noFill/>
          </p:spPr>
          <p:txBody>
            <a:bodyPr wrap="square" rtlCol="0">
              <a:spAutoFit/>
            </a:bodyPr>
            <a:lstStyle/>
            <a:p>
              <a:pPr lvl="0">
                <a:defRPr/>
              </a:pPr>
              <a:r>
                <a:rPr lang="zh-CN" altLang="en-US" sz="2800">
                  <a:cs typeface="+mn-ea"/>
                  <a:sym typeface="+mn-lt"/>
                </a:rPr>
                <a:t>任务检查与评价</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45" name="文本框 44"/>
            <p:cNvSpPr txBox="1"/>
            <p:nvPr/>
          </p:nvSpPr>
          <p:spPr>
            <a:xfrm>
              <a:off x="9906" y="6009"/>
              <a:ext cx="1371" cy="13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46" name="直接连接符 45"/>
            <p:cNvCxnSpPr/>
            <p:nvPr/>
          </p:nvCxnSpPr>
          <p:spPr>
            <a:xfrm flipH="1">
              <a:off x="11316" y="6303"/>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flipH="1">
              <a:off x="11662" y="8259"/>
              <a:ext cx="5181" cy="727"/>
            </a:xfrm>
            <a:prstGeom prst="rect">
              <a:avLst/>
            </a:prstGeom>
            <a:noFill/>
          </p:spPr>
          <p:txBody>
            <a:bodyPr wrap="square" rtlCol="0">
              <a:spAutoFit/>
            </a:bodyPr>
            <a:lstStyle/>
            <a:p>
              <a:pPr lvl="0">
                <a:defRPr/>
              </a:pPr>
              <a:r>
                <a:rPr lang="zh-CN" altLang="en-US" sz="2400">
                  <a:cs typeface="+mn-ea"/>
                  <a:sym typeface="+mn-lt"/>
                </a:rPr>
                <a:t>任务拓展与延伸</a:t>
              </a:r>
              <a:endParaRPr kumimoji="0" lang="zh-CN" altLang="zh-CN"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24" name="文本框 23"/>
            <p:cNvSpPr txBox="1"/>
            <p:nvPr/>
          </p:nvSpPr>
          <p:spPr>
            <a:xfrm>
              <a:off x="9906" y="7970"/>
              <a:ext cx="1356" cy="1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25" name="直接连接符 24"/>
            <p:cNvCxnSpPr/>
            <p:nvPr/>
          </p:nvCxnSpPr>
          <p:spPr>
            <a:xfrm flipH="1">
              <a:off x="11316" y="8264"/>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2">
            <a:hlinkClick r:id="rId1" action="ppaction://hlinksldjump"/>
          </p:cNvPr>
          <p:cNvSpPr txBox="1">
            <a:spLocks noChangeArrowheads="1"/>
          </p:cNvSpPr>
          <p:nvPr/>
        </p:nvSpPr>
        <p:spPr bwMode="auto">
          <a:xfrm>
            <a:off x="3318161" y="438773"/>
            <a:ext cx="9979660" cy="67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chemeClr val="tx1">
                    <a:lumMod val="95000"/>
                    <a:lumOff val="5000"/>
                  </a:schemeClr>
                </a:solidFill>
                <a:latin typeface="微软雅黑" panose="020B0503020204020204" pitchFamily="34" charset="-122"/>
                <a:ea typeface="微软雅黑" panose="020B0503020204020204" pitchFamily="34" charset="-122"/>
              </a:rPr>
              <a:t>任务五 智能交通灯系统的实现</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645302" y="1109662"/>
            <a:ext cx="3057247" cy="658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5000"/>
              </a:lnSpc>
            </a:pPr>
            <a:r>
              <a:rPr lang="zh-CN" altLang="en-US" sz="2800" b="1">
                <a:solidFill>
                  <a:srgbClr val="0070C0"/>
                </a:solidFill>
                <a:latin typeface="微软雅黑" panose="020B0503020204020204" pitchFamily="34" charset="-122"/>
                <a:ea typeface="微软雅黑" panose="020B0503020204020204" pitchFamily="34" charset="-122"/>
              </a:rPr>
              <a:t>任务分析与计划</a:t>
            </a:r>
            <a:r>
              <a:rPr lang="zh-CN" altLang="en-US" sz="2400" b="1">
                <a:solidFill>
                  <a:srgbClr val="0070C0"/>
                </a:solidFill>
                <a:latin typeface="微软雅黑" panose="020B0503020204020204" pitchFamily="34" charset="-122"/>
                <a:ea typeface="微软雅黑" panose="020B0503020204020204" pitchFamily="34" charset="-122"/>
              </a:rPr>
              <a:t>：</a:t>
            </a:r>
            <a:endParaRPr lang="zh-CN" altLang="en-US" sz="2400" b="1" dirty="0">
              <a:solidFill>
                <a:srgbClr val="0070C0"/>
              </a:solidFill>
              <a:latin typeface="微软雅黑" panose="020B0503020204020204" pitchFamily="34" charset="-122"/>
              <a:ea typeface="微软雅黑" panose="020B0503020204020204" pitchFamily="34" charset="-122"/>
            </a:endParaRPr>
          </a:p>
        </p:txBody>
      </p:sp>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0683" y="2020950"/>
            <a:ext cx="8000148" cy="42391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42901" y="1149668"/>
            <a:ext cx="7994113" cy="75374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
              <a:defRPr/>
            </a:pPr>
            <a:r>
              <a:rPr lang="zh-CN" altLang="en-US" sz="4000" b="1">
                <a:solidFill>
                  <a:schemeClr val="tx2"/>
                </a:solidFill>
                <a:sym typeface="+mn-ea"/>
              </a:rPr>
              <a:t>任务五 智能交通灯系统的实现</a:t>
            </a:r>
            <a:endParaRPr kumimoji="0" lang="zh-CN" altLang="en-US" sz="4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2" name="组合 1"/>
          <p:cNvGrpSpPr/>
          <p:nvPr/>
        </p:nvGrpSpPr>
        <p:grpSpPr>
          <a:xfrm>
            <a:off x="1172210" y="2678430"/>
            <a:ext cx="4963160" cy="3200400"/>
            <a:chOff x="2846" y="4236"/>
            <a:chExt cx="7296" cy="5040"/>
          </a:xfrm>
        </p:grpSpPr>
        <p:sp>
          <p:nvSpPr>
            <p:cNvPr id="8" name="文本框 7"/>
            <p:cNvSpPr txBox="1"/>
            <p:nvPr/>
          </p:nvSpPr>
          <p:spPr>
            <a:xfrm flipH="1">
              <a:off x="4602" y="4524"/>
              <a:ext cx="5541"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a:solidFill>
                    <a:schemeClr val="tx1">
                      <a:lumMod val="85000"/>
                      <a:lumOff val="15000"/>
                    </a:schemeClr>
                  </a:solidFill>
                  <a:latin typeface="微软雅黑" panose="020B0503020204020204" pitchFamily="34" charset="-122"/>
                  <a:ea typeface="微软雅黑" panose="020B0503020204020204" pitchFamily="34" charset="-122"/>
                  <a:sym typeface="+mn-ea"/>
                </a:rPr>
                <a:t>任务分析与规划</a:t>
              </a:r>
              <a:endParaRPr kumimoji="0" lang="zh-CN" altLang="en-US" sz="280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nvSpPr>
          <p:spPr>
            <a:xfrm>
              <a:off x="2846" y="4236"/>
              <a:ext cx="1414" cy="1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nvCxnSpPr>
          <p:spPr>
            <a:xfrm flipH="1">
              <a:off x="4256" y="4530"/>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flipH="1">
              <a:off x="4602" y="6298"/>
              <a:ext cx="4225" cy="822"/>
            </a:xfrm>
            <a:prstGeom prst="rect">
              <a:avLst/>
            </a:prstGeom>
            <a:noFill/>
          </p:spPr>
          <p:txBody>
            <a:bodyPr wrap="square" rtlCol="0">
              <a:spAutoFit/>
            </a:bodyPr>
            <a:lstStyle/>
            <a:p>
              <a:pPr eaLnBrk="0" hangingPunct="0"/>
              <a:r>
                <a:rPr lang="zh-CN" altLang="en-US" sz="2800">
                  <a:cs typeface="+mn-ea"/>
                  <a:sym typeface="+mn-lt"/>
                </a:rPr>
                <a:t>任务实施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4" name="文本框 33"/>
            <p:cNvSpPr txBox="1"/>
            <p:nvPr/>
          </p:nvSpPr>
          <p:spPr>
            <a:xfrm>
              <a:off x="2846" y="6009"/>
              <a:ext cx="1371" cy="13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nvCxnSpPr>
          <p:spPr>
            <a:xfrm flipH="1">
              <a:off x="4256" y="6303"/>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flipH="1">
              <a:off x="4602" y="8259"/>
              <a:ext cx="4225" cy="822"/>
            </a:xfrm>
            <a:prstGeom prst="rect">
              <a:avLst/>
            </a:prstGeom>
            <a:noFill/>
          </p:spPr>
          <p:txBody>
            <a:bodyPr wrap="square" rtlCol="0">
              <a:spAutoFit/>
            </a:bodyPr>
            <a:lstStyle/>
            <a:p>
              <a:pPr eaLnBrk="0" hangingPunct="0"/>
              <a:r>
                <a:rPr lang="zh-CN" altLang="en-US" sz="2800">
                  <a:cs typeface="+mn-ea"/>
                  <a:sym typeface="+mn-lt"/>
                </a:rPr>
                <a:t>任务小结</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11" name="文本框 10"/>
            <p:cNvSpPr txBox="1"/>
            <p:nvPr/>
          </p:nvSpPr>
          <p:spPr>
            <a:xfrm>
              <a:off x="2846" y="7970"/>
              <a:ext cx="1356" cy="1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2" name="直接连接符 11"/>
            <p:cNvCxnSpPr/>
            <p:nvPr/>
          </p:nvCxnSpPr>
          <p:spPr>
            <a:xfrm flipH="1">
              <a:off x="4256" y="8264"/>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511925" y="2678430"/>
            <a:ext cx="4963160" cy="3201035"/>
            <a:chOff x="9906" y="4236"/>
            <a:chExt cx="7816" cy="5041"/>
          </a:xfrm>
        </p:grpSpPr>
        <p:sp>
          <p:nvSpPr>
            <p:cNvPr id="17" name="文本框 16"/>
            <p:cNvSpPr txBox="1"/>
            <p:nvPr/>
          </p:nvSpPr>
          <p:spPr>
            <a:xfrm flipH="1">
              <a:off x="11662" y="4524"/>
              <a:ext cx="6060" cy="822"/>
            </a:xfrm>
            <a:prstGeom prst="rect">
              <a:avLst/>
            </a:prstGeom>
            <a:noFill/>
          </p:spPr>
          <p:txBody>
            <a:bodyPr wrap="square" rtlCol="0">
              <a:spAutoFit/>
            </a:bodyPr>
            <a:lstStyle/>
            <a:p>
              <a:pPr lvl="0">
                <a:defRPr/>
              </a:pPr>
              <a:r>
                <a:rPr lang="zh-CN" altLang="en-US" sz="2800" b="1">
                  <a:solidFill>
                    <a:schemeClr val="accent1">
                      <a:lumMod val="75000"/>
                    </a:schemeClr>
                  </a:solidFill>
                  <a:cs typeface="+mn-ea"/>
                  <a:sym typeface="+mn-lt"/>
                </a:rPr>
                <a:t>知识储备</a:t>
              </a:r>
              <a:endParaRPr kumimoji="0" lang="zh-CN" altLang="zh-CN" sz="2800" b="1" i="0" u="none" strike="noStrike" kern="1200" cap="none" spc="0" normalizeH="0" baseline="0" noProof="0" dirty="0">
                <a:ln>
                  <a:noFill/>
                </a:ln>
                <a:solidFill>
                  <a:schemeClr val="accent1">
                    <a:lumMod val="75000"/>
                  </a:schemeClr>
                </a:solidFill>
                <a:effectLst/>
                <a:uLnTx/>
                <a:uFillTx/>
                <a:latin typeface="Arial" panose="020B0604020202020204"/>
                <a:ea typeface="微软雅黑" panose="020B0503020204020204" pitchFamily="34" charset="-122"/>
                <a:cs typeface="+mn-ea"/>
                <a:sym typeface="+mn-lt"/>
              </a:endParaRPr>
            </a:p>
          </p:txBody>
        </p:sp>
        <p:sp>
          <p:nvSpPr>
            <p:cNvPr id="19" name="文本框 18"/>
            <p:cNvSpPr txBox="1"/>
            <p:nvPr/>
          </p:nvSpPr>
          <p:spPr>
            <a:xfrm>
              <a:off x="9906" y="4236"/>
              <a:ext cx="1371" cy="13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chemeClr val="tx2"/>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a:ln>
                  <a:noFill/>
                </a:ln>
                <a:solidFill>
                  <a:schemeClr val="tx2"/>
                </a:solidFill>
                <a:effectLst/>
                <a:uLnTx/>
                <a:uFillTx/>
                <a:latin typeface="Arial" panose="020B0604020202020204"/>
                <a:ea typeface="微软雅黑" panose="020B0503020204020204" pitchFamily="34" charset="-122"/>
                <a:cs typeface="+mn-ea"/>
                <a:sym typeface="+mn-lt"/>
              </a:endParaRPr>
            </a:p>
          </p:txBody>
        </p:sp>
        <p:cxnSp>
          <p:nvCxnSpPr>
            <p:cNvPr id="20" name="直接连接符 19"/>
            <p:cNvCxnSpPr/>
            <p:nvPr/>
          </p:nvCxnSpPr>
          <p:spPr>
            <a:xfrm flipH="1">
              <a:off x="11316" y="4530"/>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flipH="1">
              <a:off x="11662" y="6298"/>
              <a:ext cx="4792" cy="822"/>
            </a:xfrm>
            <a:prstGeom prst="rect">
              <a:avLst/>
            </a:prstGeom>
            <a:noFill/>
          </p:spPr>
          <p:txBody>
            <a:bodyPr wrap="square" rtlCol="0">
              <a:spAutoFit/>
            </a:bodyPr>
            <a:lstStyle/>
            <a:p>
              <a:pPr lvl="0">
                <a:defRPr/>
              </a:pPr>
              <a:r>
                <a:rPr lang="zh-CN" altLang="en-US" sz="2800">
                  <a:cs typeface="+mn-ea"/>
                  <a:sym typeface="+mn-lt"/>
                </a:rPr>
                <a:t>任务检查与评价</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45" name="文本框 44"/>
            <p:cNvSpPr txBox="1"/>
            <p:nvPr/>
          </p:nvSpPr>
          <p:spPr>
            <a:xfrm>
              <a:off x="9906" y="6009"/>
              <a:ext cx="1371" cy="13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46" name="直接连接符 45"/>
            <p:cNvCxnSpPr/>
            <p:nvPr/>
          </p:nvCxnSpPr>
          <p:spPr>
            <a:xfrm flipH="1">
              <a:off x="11316" y="6303"/>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flipH="1">
              <a:off x="11662" y="8259"/>
              <a:ext cx="5181" cy="727"/>
            </a:xfrm>
            <a:prstGeom prst="rect">
              <a:avLst/>
            </a:prstGeom>
            <a:noFill/>
          </p:spPr>
          <p:txBody>
            <a:bodyPr wrap="square" rtlCol="0">
              <a:spAutoFit/>
            </a:bodyPr>
            <a:lstStyle/>
            <a:p>
              <a:pPr lvl="0">
                <a:defRPr/>
              </a:pPr>
              <a:r>
                <a:rPr lang="zh-CN" altLang="en-US" sz="2400">
                  <a:cs typeface="+mn-ea"/>
                  <a:sym typeface="+mn-lt"/>
                </a:rPr>
                <a:t>任务拓展与延伸</a:t>
              </a:r>
              <a:endParaRPr kumimoji="0" lang="zh-CN" altLang="zh-CN"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24" name="文本框 23"/>
            <p:cNvSpPr txBox="1"/>
            <p:nvPr/>
          </p:nvSpPr>
          <p:spPr>
            <a:xfrm>
              <a:off x="9906" y="7970"/>
              <a:ext cx="1356" cy="130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25" name="直接连接符 24"/>
            <p:cNvCxnSpPr/>
            <p:nvPr/>
          </p:nvCxnSpPr>
          <p:spPr>
            <a:xfrm flipH="1">
              <a:off x="11316" y="8264"/>
              <a:ext cx="187" cy="72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文本框1"/>
          <p:cNvSpPr txBox="1"/>
          <p:nvPr/>
        </p:nvSpPr>
        <p:spPr>
          <a:xfrm>
            <a:off x="2650153" y="5325309"/>
            <a:ext cx="2646878" cy="461665"/>
          </a:xfrm>
          <a:prstGeom prst="rect">
            <a:avLst/>
          </a:prstGeom>
          <a:noFill/>
        </p:spPr>
        <p:txBody>
          <a:bodyPr wrap="none" rtlCol="0">
            <a:spAutoFit/>
          </a:bodyPr>
          <a:lstStyle/>
          <a:p>
            <a:pPr lvl="0"/>
            <a:r>
              <a:rPr lang="zh-CN" altLang="en-US" sz="2400" b="1">
                <a:solidFill>
                  <a:srgbClr val="2A7AED"/>
                </a:solidFill>
              </a:rPr>
              <a:t>前期方案归纳分析</a:t>
            </a:r>
            <a:endParaRPr lang="zh-CN" altLang="zh-CN" sz="2400" b="1">
              <a:solidFill>
                <a:srgbClr val="2A7AED"/>
              </a:solidFill>
            </a:endParaRPr>
          </a:p>
        </p:txBody>
      </p:sp>
      <p:grpSp>
        <p:nvGrpSpPr>
          <p:cNvPr id="2" name="组合 1"/>
          <p:cNvGrpSpPr/>
          <p:nvPr/>
        </p:nvGrpSpPr>
        <p:grpSpPr>
          <a:xfrm>
            <a:off x="2810674" y="2247637"/>
            <a:ext cx="2087245" cy="2570480"/>
            <a:chOff x="1896241" y="2009457"/>
            <a:chExt cx="2087245" cy="2570480"/>
          </a:xfrm>
        </p:grpSpPr>
        <p:grpSp>
          <p:nvGrpSpPr>
            <p:cNvPr id="7" name="组合 6"/>
            <p:cNvGrpSpPr/>
            <p:nvPr/>
          </p:nvGrpSpPr>
          <p:grpSpPr>
            <a:xfrm>
              <a:off x="1896241" y="2009457"/>
              <a:ext cx="2087245" cy="2570480"/>
              <a:chOff x="4536" y="3212"/>
              <a:chExt cx="3287" cy="4048"/>
            </a:xfrm>
          </p:grpSpPr>
          <p:sp>
            <p:nvSpPr>
              <p:cNvPr id="12" name="圆角矩形 34"/>
              <p:cNvSpPr/>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nvSpPr>
            <p:spPr>
              <a:xfrm rot="2700000">
                <a:off x="4943" y="4671"/>
                <a:ext cx="2185" cy="2185"/>
              </a:xfrm>
              <a:prstGeom prst="roundRect">
                <a:avLst>
                  <a:gd name="adj" fmla="val 6319"/>
                </a:avLst>
              </a:prstGeom>
              <a:solidFill>
                <a:srgbClr val="38A1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0"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0" name="文本框 9"/>
            <p:cNvSpPr txBox="1"/>
            <p:nvPr/>
          </p:nvSpPr>
          <p:spPr>
            <a:xfrm>
              <a:off x="2613660" y="3200400"/>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grpSp>
      <p:sp>
        <p:nvSpPr>
          <p:cNvPr id="26" name="Text Box 12">
            <a:hlinkClick r:id="rId1" action="ppaction://hlinksldjump"/>
          </p:cNvPr>
          <p:cNvSpPr txBox="1">
            <a:spLocks noChangeArrowheads="1"/>
          </p:cNvSpPr>
          <p:nvPr/>
        </p:nvSpPr>
        <p:spPr bwMode="auto">
          <a:xfrm>
            <a:off x="1197297" y="443603"/>
            <a:ext cx="9979660" cy="67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rgbClr val="0070C0"/>
                </a:solidFill>
                <a:latin typeface="微软雅黑" panose="020B0503020204020204" pitchFamily="34" charset="-122"/>
                <a:ea typeface="微软雅黑" panose="020B0503020204020204" pitchFamily="34" charset="-122"/>
              </a:rPr>
              <a:t>知识储备</a:t>
            </a:r>
            <a:endParaRPr lang="zh-CN" altLang="en-US" sz="2800" dirty="0">
              <a:solidFill>
                <a:srgbClr val="0070C0"/>
              </a:solidFill>
              <a:latin typeface="微软雅黑" panose="020B0503020204020204" pitchFamily="34" charset="-122"/>
              <a:ea typeface="微软雅黑" panose="020B0503020204020204" pitchFamily="34" charset="-122"/>
            </a:endParaRPr>
          </a:p>
        </p:txBody>
      </p:sp>
      <p:sp>
        <p:nvSpPr>
          <p:cNvPr id="18" name="文本框1"/>
          <p:cNvSpPr txBox="1"/>
          <p:nvPr/>
        </p:nvSpPr>
        <p:spPr>
          <a:xfrm>
            <a:off x="7281121" y="5421457"/>
            <a:ext cx="2954655" cy="461665"/>
          </a:xfrm>
          <a:prstGeom prst="rect">
            <a:avLst/>
          </a:prstGeom>
          <a:noFill/>
        </p:spPr>
        <p:txBody>
          <a:bodyPr wrap="none" rtlCol="0">
            <a:spAutoFit/>
          </a:bodyPr>
          <a:lstStyle/>
          <a:p>
            <a:pPr lvl="0"/>
            <a:r>
              <a:rPr lang="zh-CN" altLang="en-US" sz="2400">
                <a:solidFill>
                  <a:schemeClr val="tx1">
                    <a:lumMod val="95000"/>
                    <a:lumOff val="5000"/>
                  </a:schemeClr>
                </a:solidFill>
              </a:rPr>
              <a:t>系统体系及功能整合</a:t>
            </a:r>
            <a:endParaRPr lang="zh-CN" altLang="zh-CN" sz="2400">
              <a:solidFill>
                <a:schemeClr val="tx1">
                  <a:lumMod val="95000"/>
                  <a:lumOff val="5000"/>
                </a:schemeClr>
              </a:solidFill>
            </a:endParaRPr>
          </a:p>
        </p:txBody>
      </p:sp>
      <p:grpSp>
        <p:nvGrpSpPr>
          <p:cNvPr id="19" name="组合 18"/>
          <p:cNvGrpSpPr/>
          <p:nvPr/>
        </p:nvGrpSpPr>
        <p:grpSpPr>
          <a:xfrm>
            <a:off x="7812299" y="2106230"/>
            <a:ext cx="2087245" cy="2570480"/>
            <a:chOff x="1896241" y="2009457"/>
            <a:chExt cx="2087245" cy="2570480"/>
          </a:xfrm>
        </p:grpSpPr>
        <p:grpSp>
          <p:nvGrpSpPr>
            <p:cNvPr id="22" name="组合 21"/>
            <p:cNvGrpSpPr/>
            <p:nvPr/>
          </p:nvGrpSpPr>
          <p:grpSpPr>
            <a:xfrm>
              <a:off x="1896241" y="2009457"/>
              <a:ext cx="2087245" cy="2570480"/>
              <a:chOff x="4536" y="3212"/>
              <a:chExt cx="3287" cy="4048"/>
            </a:xfrm>
          </p:grpSpPr>
          <p:sp>
            <p:nvSpPr>
              <p:cNvPr id="24" name="圆角矩形 34"/>
              <p:cNvSpPr/>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5" name="圆角矩形 38"/>
              <p:cNvSpPr/>
              <p:nvPr/>
            </p:nvSpPr>
            <p:spPr>
              <a:xfrm rot="2700000">
                <a:off x="4943" y="4671"/>
                <a:ext cx="2185" cy="2185"/>
              </a:xfrm>
              <a:prstGeom prst="roundRect">
                <a:avLst>
                  <a:gd name="adj" fmla="val 6319"/>
                </a:avLst>
              </a:prstGeom>
              <a:solidFill>
                <a:srgbClr val="575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7"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23" name="文本框 22"/>
            <p:cNvSpPr txBox="1"/>
            <p:nvPr/>
          </p:nvSpPr>
          <p:spPr>
            <a:xfrm>
              <a:off x="2613660" y="320040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57528" y="971544"/>
            <a:ext cx="3480440" cy="523220"/>
          </a:xfrm>
          <a:prstGeom prst="rect">
            <a:avLst/>
          </a:prstGeom>
        </p:spPr>
        <p:txBody>
          <a:bodyPr wrap="none">
            <a:spAutoFit/>
          </a:bodyPr>
          <a:lstStyle/>
          <a:p>
            <a:r>
              <a:rPr lang="en-US" altLang="zh-CN" sz="2800" b="1"/>
              <a:t>1.</a:t>
            </a:r>
            <a:r>
              <a:rPr lang="zh-CN" altLang="en-US" sz="2800" b="1"/>
              <a:t>前期方案归纳分析</a:t>
            </a:r>
            <a:endParaRPr lang="zh-CN" altLang="en-US" sz="2800" b="1"/>
          </a:p>
        </p:txBody>
      </p:sp>
      <p:sp>
        <p:nvSpPr>
          <p:cNvPr id="8" name="矩形 7"/>
          <p:cNvSpPr/>
          <p:nvPr/>
        </p:nvSpPr>
        <p:spPr>
          <a:xfrm>
            <a:off x="1721846" y="2440059"/>
            <a:ext cx="8047894" cy="1815882"/>
          </a:xfrm>
          <a:prstGeom prst="rect">
            <a:avLst/>
          </a:prstGeom>
        </p:spPr>
        <p:txBody>
          <a:bodyPr wrap="square">
            <a:spAutoFit/>
          </a:bodyPr>
          <a:lstStyle/>
          <a:p>
            <a:pPr indent="266700" algn="just">
              <a:spcAft>
                <a:spcPts val="0"/>
              </a:spcAft>
            </a:pPr>
            <a:r>
              <a:rPr lang="zh-CN" altLang="zh-CN" sz="2800" kern="100">
                <a:latin typeface="+mj-ea"/>
                <a:ea typeface="+mj-ea"/>
              </a:rPr>
              <a:t>实现交通灯检测功能时采用简单的重复点亮操作检测了一个</a:t>
            </a:r>
            <a:r>
              <a:rPr lang="en-US" altLang="zh-CN" sz="2800" kern="100">
                <a:latin typeface="+mj-ea"/>
                <a:ea typeface="+mj-ea"/>
              </a:rPr>
              <a:t>LED</a:t>
            </a:r>
            <a:r>
              <a:rPr lang="zh-CN" altLang="zh-CN" sz="2800" kern="100">
                <a:latin typeface="+mj-ea"/>
                <a:ea typeface="+mj-ea"/>
              </a:rPr>
              <a:t>指示灯正常开关的性能，其中</a:t>
            </a:r>
            <a:r>
              <a:rPr lang="en-US" altLang="zh-CN" sz="2800" kern="100">
                <a:latin typeface="+mj-ea"/>
                <a:ea typeface="+mj-ea"/>
              </a:rPr>
              <a:t>delay()</a:t>
            </a:r>
            <a:r>
              <a:rPr lang="zh-CN" altLang="zh-CN" sz="2800" kern="100">
                <a:latin typeface="+mj-ea"/>
                <a:ea typeface="+mj-ea"/>
              </a:rPr>
              <a:t>实现的延时具有随意性，观察结果较为困难。</a:t>
            </a:r>
            <a:endParaRPr lang="zh-CN" altLang="zh-CN" sz="2800" kern="100">
              <a:effectLst/>
              <a:latin typeface="+mj-ea"/>
              <a:ea typeface="+mj-ea"/>
            </a:endParaRPr>
          </a:p>
        </p:txBody>
      </p:sp>
      <p:sp>
        <p:nvSpPr>
          <p:cNvPr id="10" name="矩形 9"/>
          <p:cNvSpPr/>
          <p:nvPr/>
        </p:nvSpPr>
        <p:spPr>
          <a:xfrm>
            <a:off x="4483909" y="971544"/>
            <a:ext cx="1261884" cy="523220"/>
          </a:xfrm>
          <a:prstGeom prst="rect">
            <a:avLst/>
          </a:prstGeom>
          <a:solidFill>
            <a:srgbClr val="FFFF00"/>
          </a:solidFill>
        </p:spPr>
        <p:txBody>
          <a:bodyPr wrap="none">
            <a:spAutoFit/>
          </a:bodyPr>
          <a:lstStyle/>
          <a:p>
            <a:r>
              <a:rPr lang="zh-CN" altLang="zh-CN" sz="2800" b="1" kern="100">
                <a:solidFill>
                  <a:srgbClr val="C00000"/>
                </a:solidFill>
                <a:latin typeface="+mj-ea"/>
              </a:rPr>
              <a:t>任务一</a:t>
            </a:r>
            <a:endParaRPr lang="zh-CN" altLang="en-US" sz="2800" b="1">
              <a:solidFill>
                <a:srgbClr val="C00000"/>
              </a:solidFill>
            </a:endParaRPr>
          </a:p>
        </p:txBody>
      </p:sp>
      <p:sp>
        <p:nvSpPr>
          <p:cNvPr id="11" name="矩形 10"/>
          <p:cNvSpPr/>
          <p:nvPr/>
        </p:nvSpPr>
        <p:spPr>
          <a:xfrm>
            <a:off x="597935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二</a:t>
            </a:r>
            <a:endParaRPr lang="zh-CN" altLang="en-US" sz="2800" b="1">
              <a:solidFill>
                <a:schemeClr val="bg1"/>
              </a:solidFill>
            </a:endParaRPr>
          </a:p>
        </p:txBody>
      </p:sp>
      <p:sp>
        <p:nvSpPr>
          <p:cNvPr id="12" name="矩形 11"/>
          <p:cNvSpPr/>
          <p:nvPr/>
        </p:nvSpPr>
        <p:spPr>
          <a:xfrm>
            <a:off x="747480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三</a:t>
            </a:r>
            <a:endParaRPr lang="zh-CN" altLang="en-US" sz="2800" b="1">
              <a:solidFill>
                <a:schemeClr val="bg1"/>
              </a:solidFill>
            </a:endParaRPr>
          </a:p>
        </p:txBody>
      </p:sp>
      <p:sp>
        <p:nvSpPr>
          <p:cNvPr id="13" name="矩形 12"/>
          <p:cNvSpPr/>
          <p:nvPr/>
        </p:nvSpPr>
        <p:spPr>
          <a:xfrm>
            <a:off x="8970258"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四</a:t>
            </a:r>
            <a:endParaRPr lang="zh-CN" altLang="en-US" sz="2800" b="1">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57528" y="971544"/>
            <a:ext cx="3480440" cy="523220"/>
          </a:xfrm>
          <a:prstGeom prst="rect">
            <a:avLst/>
          </a:prstGeom>
        </p:spPr>
        <p:txBody>
          <a:bodyPr wrap="none">
            <a:spAutoFit/>
          </a:bodyPr>
          <a:lstStyle/>
          <a:p>
            <a:r>
              <a:rPr lang="en-US" altLang="zh-CN" sz="2800" b="1"/>
              <a:t>1.</a:t>
            </a:r>
            <a:r>
              <a:rPr lang="zh-CN" altLang="en-US" sz="2800" b="1"/>
              <a:t>前期方案归纳分析</a:t>
            </a:r>
            <a:endParaRPr lang="zh-CN" altLang="en-US" sz="2800" b="1"/>
          </a:p>
        </p:txBody>
      </p:sp>
      <p:sp>
        <p:nvSpPr>
          <p:cNvPr id="8" name="矩形 7"/>
          <p:cNvSpPr/>
          <p:nvPr/>
        </p:nvSpPr>
        <p:spPr>
          <a:xfrm>
            <a:off x="1320822" y="1782714"/>
            <a:ext cx="10038840" cy="3539430"/>
          </a:xfrm>
          <a:prstGeom prst="rect">
            <a:avLst/>
          </a:prstGeom>
        </p:spPr>
        <p:txBody>
          <a:bodyPr wrap="square">
            <a:spAutoFit/>
          </a:bodyPr>
          <a:lstStyle/>
          <a:p>
            <a:pPr indent="266700" algn="just">
              <a:spcAft>
                <a:spcPts val="0"/>
              </a:spcAft>
            </a:pPr>
            <a:r>
              <a:rPr lang="zh-CN" altLang="en-US" sz="2800" kern="100">
                <a:latin typeface="+mj-ea"/>
                <a:ea typeface="+mj-ea"/>
              </a:rPr>
              <a:t>通过</a:t>
            </a:r>
            <a:r>
              <a:rPr lang="en-US" altLang="zh-CN" sz="2800" kern="100">
                <a:latin typeface="+mj-ea"/>
                <a:ea typeface="+mj-ea"/>
              </a:rPr>
              <a:t>I/O</a:t>
            </a:r>
            <a:r>
              <a:rPr lang="zh-CN" altLang="en-US" sz="2800" kern="100">
                <a:latin typeface="+mj-ea"/>
                <a:ea typeface="+mj-ea"/>
              </a:rPr>
              <a:t>端口控制交通灯系统的亮灭，判定按键输入信号；</a:t>
            </a:r>
            <a:endParaRPr lang="en-US" altLang="zh-CN" sz="2800" kern="100">
              <a:latin typeface="+mj-ea"/>
              <a:ea typeface="+mj-ea"/>
            </a:endParaRPr>
          </a:p>
          <a:p>
            <a:pPr indent="266700" algn="just">
              <a:spcAft>
                <a:spcPts val="0"/>
              </a:spcAft>
            </a:pPr>
            <a:endParaRPr lang="en-US" altLang="zh-CN" sz="2800" kern="100">
              <a:latin typeface="+mj-ea"/>
              <a:ea typeface="+mj-ea"/>
            </a:endParaRPr>
          </a:p>
          <a:p>
            <a:pPr indent="266700" algn="just">
              <a:spcAft>
                <a:spcPts val="0"/>
              </a:spcAft>
            </a:pPr>
            <a:r>
              <a:rPr lang="zh-CN" altLang="en-US" sz="2800" kern="100">
                <a:latin typeface="+mj-ea"/>
                <a:ea typeface="+mj-ea"/>
              </a:rPr>
              <a:t>两种</a:t>
            </a:r>
            <a:r>
              <a:rPr lang="en-US" altLang="zh-CN" sz="2800" kern="100">
                <a:latin typeface="+mj-ea"/>
                <a:ea typeface="+mj-ea"/>
              </a:rPr>
              <a:t>delay()</a:t>
            </a:r>
            <a:r>
              <a:rPr lang="zh-CN" altLang="en-US" sz="2800" kern="100">
                <a:latin typeface="+mj-ea"/>
                <a:ea typeface="+mj-ea"/>
              </a:rPr>
              <a:t>函数，一种是执行空循环但时长不易控制的延时，一种是用</a:t>
            </a:r>
            <a:r>
              <a:rPr lang="en-US" altLang="zh-CN" sz="2800" kern="100">
                <a:latin typeface="+mj-ea"/>
                <a:ea typeface="+mj-ea"/>
              </a:rPr>
              <a:t>asm(“NOP”)</a:t>
            </a:r>
            <a:r>
              <a:rPr lang="zh-CN" altLang="en-US" sz="2800" kern="100">
                <a:latin typeface="+mj-ea"/>
                <a:ea typeface="+mj-ea"/>
              </a:rPr>
              <a:t>语句嵌入时长为一个指令周期的汇编空指令、具有较精确时间控制的延时；</a:t>
            </a:r>
            <a:endParaRPr lang="en-US" altLang="zh-CN" sz="2800" kern="100">
              <a:latin typeface="+mj-ea"/>
              <a:ea typeface="+mj-ea"/>
            </a:endParaRPr>
          </a:p>
          <a:p>
            <a:pPr indent="266700" algn="just">
              <a:spcAft>
                <a:spcPts val="0"/>
              </a:spcAft>
            </a:pPr>
            <a:endParaRPr lang="en-US" altLang="zh-CN" sz="2800" kern="100">
              <a:latin typeface="+mj-ea"/>
              <a:ea typeface="+mj-ea"/>
            </a:endParaRPr>
          </a:p>
          <a:p>
            <a:pPr indent="266700" algn="just">
              <a:spcAft>
                <a:spcPts val="0"/>
              </a:spcAft>
            </a:pPr>
            <a:r>
              <a:rPr lang="zh-CN" altLang="en-US" sz="2800" kern="100">
                <a:latin typeface="+mj-ea"/>
                <a:ea typeface="+mj-ea"/>
              </a:rPr>
              <a:t>定义了信号灯的正常通行控制和限行控制，并实现轮询方式、中断方式两种模式间的切换。</a:t>
            </a:r>
            <a:endParaRPr lang="zh-CN" altLang="zh-CN" sz="2800" kern="100">
              <a:effectLst/>
              <a:latin typeface="+mj-ea"/>
              <a:ea typeface="+mj-ea"/>
            </a:endParaRPr>
          </a:p>
        </p:txBody>
      </p:sp>
      <p:sp>
        <p:nvSpPr>
          <p:cNvPr id="5" name="矩形 4"/>
          <p:cNvSpPr/>
          <p:nvPr/>
        </p:nvSpPr>
        <p:spPr>
          <a:xfrm>
            <a:off x="448390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任务一</a:t>
            </a:r>
            <a:endParaRPr lang="zh-CN" altLang="en-US" sz="2800" b="1" kern="100">
              <a:solidFill>
                <a:schemeClr val="bg1"/>
              </a:solidFill>
              <a:latin typeface="+mj-ea"/>
            </a:endParaRPr>
          </a:p>
        </p:txBody>
      </p:sp>
      <p:sp>
        <p:nvSpPr>
          <p:cNvPr id="6" name="矩形 5"/>
          <p:cNvSpPr/>
          <p:nvPr/>
        </p:nvSpPr>
        <p:spPr>
          <a:xfrm>
            <a:off x="5979359" y="971544"/>
            <a:ext cx="1261884" cy="523220"/>
          </a:xfrm>
          <a:prstGeom prst="rect">
            <a:avLst/>
          </a:prstGeom>
          <a:solidFill>
            <a:srgbClr val="FFFF00"/>
          </a:solidFill>
        </p:spPr>
        <p:txBody>
          <a:bodyPr wrap="none">
            <a:spAutoFit/>
          </a:bodyPr>
          <a:lstStyle/>
          <a:p>
            <a:r>
              <a:rPr lang="zh-CN" altLang="zh-CN" sz="2800" b="1" kern="100">
                <a:solidFill>
                  <a:srgbClr val="C00000"/>
                </a:solidFill>
                <a:latin typeface="+mj-ea"/>
              </a:rPr>
              <a:t>任务</a:t>
            </a:r>
            <a:r>
              <a:rPr lang="zh-CN" altLang="en-US" sz="2800" b="1" kern="100">
                <a:solidFill>
                  <a:srgbClr val="C00000"/>
                </a:solidFill>
                <a:latin typeface="+mj-ea"/>
              </a:rPr>
              <a:t>二</a:t>
            </a:r>
            <a:endParaRPr lang="zh-CN" altLang="en-US" sz="2800" b="1" kern="100">
              <a:solidFill>
                <a:srgbClr val="C00000"/>
              </a:solidFill>
              <a:latin typeface="+mj-ea"/>
            </a:endParaRPr>
          </a:p>
        </p:txBody>
      </p:sp>
      <p:sp>
        <p:nvSpPr>
          <p:cNvPr id="9" name="矩形 8"/>
          <p:cNvSpPr/>
          <p:nvPr/>
        </p:nvSpPr>
        <p:spPr>
          <a:xfrm>
            <a:off x="747480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三</a:t>
            </a:r>
            <a:endParaRPr lang="zh-CN" altLang="en-US" sz="2800" b="1">
              <a:solidFill>
                <a:schemeClr val="bg1"/>
              </a:solidFill>
            </a:endParaRPr>
          </a:p>
        </p:txBody>
      </p:sp>
      <p:sp>
        <p:nvSpPr>
          <p:cNvPr id="10" name="矩形 9"/>
          <p:cNvSpPr/>
          <p:nvPr/>
        </p:nvSpPr>
        <p:spPr>
          <a:xfrm>
            <a:off x="8970258"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四</a:t>
            </a:r>
            <a:endParaRPr lang="zh-CN" altLang="en-US" sz="2800" b="1">
              <a:solidFill>
                <a:schemeClr val="bg1"/>
              </a:solidFill>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978400" y="2330450"/>
              <a:ext cx="4870450" cy="63500"/>
            </p14:xfrm>
          </p:contentPart>
        </mc:Choice>
        <mc:Fallback xmlns="">
          <p:pic>
            <p:nvPicPr>
              <p:cNvPr id="2" name="墨迹 1"/>
            </p:nvPicPr>
            <p:blipFill>
              <a:blip r:embed="rId2"/>
            </p:blipFill>
            <p:spPr>
              <a:xfrm>
                <a:off x="4978400" y="2330450"/>
                <a:ext cx="4870450" cy="63500"/>
              </a:xfrm>
              <a:prstGeom prst="rect"/>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57528" y="971544"/>
            <a:ext cx="3480440" cy="523220"/>
          </a:xfrm>
          <a:prstGeom prst="rect">
            <a:avLst/>
          </a:prstGeom>
        </p:spPr>
        <p:txBody>
          <a:bodyPr wrap="none">
            <a:spAutoFit/>
          </a:bodyPr>
          <a:lstStyle/>
          <a:p>
            <a:r>
              <a:rPr lang="en-US" altLang="zh-CN" sz="2800" b="1"/>
              <a:t>1.</a:t>
            </a:r>
            <a:r>
              <a:rPr lang="zh-CN" altLang="en-US" sz="2800" b="1"/>
              <a:t>前期方案归纳分析</a:t>
            </a:r>
            <a:endParaRPr lang="zh-CN" altLang="en-US" sz="2800" b="1"/>
          </a:p>
        </p:txBody>
      </p:sp>
      <p:sp>
        <p:nvSpPr>
          <p:cNvPr id="8" name="矩形 7"/>
          <p:cNvSpPr/>
          <p:nvPr/>
        </p:nvSpPr>
        <p:spPr>
          <a:xfrm>
            <a:off x="1570891" y="2193611"/>
            <a:ext cx="9489831" cy="1815882"/>
          </a:xfrm>
          <a:prstGeom prst="rect">
            <a:avLst/>
          </a:prstGeom>
        </p:spPr>
        <p:txBody>
          <a:bodyPr wrap="square">
            <a:spAutoFit/>
          </a:bodyPr>
          <a:lstStyle/>
          <a:p>
            <a:pPr indent="266700" algn="just">
              <a:spcAft>
                <a:spcPts val="0"/>
              </a:spcAft>
            </a:pPr>
            <a:r>
              <a:rPr lang="zh-CN" altLang="zh-CN" sz="2800"/>
              <a:t>针对交通灯信号的时序精确控制，采用计数</a:t>
            </a:r>
            <a:r>
              <a:rPr lang="en-US" altLang="zh-CN" sz="2800"/>
              <a:t>/</a:t>
            </a:r>
            <a:r>
              <a:rPr lang="zh-CN" altLang="zh-CN" sz="2800"/>
              <a:t>定时器按精确时间间隔发出计时中断请求、采用中断请求次数的累计和分情况处理的方式实现精确到</a:t>
            </a:r>
            <a:r>
              <a:rPr lang="en-US" altLang="zh-CN" sz="2800"/>
              <a:t>ms</a:t>
            </a:r>
            <a:r>
              <a:rPr lang="zh-CN" altLang="zh-CN" sz="2800"/>
              <a:t>级信号灯时序控制，使方案具有实用性。</a:t>
            </a:r>
            <a:endParaRPr lang="zh-CN" altLang="zh-CN" sz="2800" kern="100">
              <a:effectLst/>
              <a:latin typeface="+mj-ea"/>
              <a:ea typeface="+mj-ea"/>
            </a:endParaRPr>
          </a:p>
        </p:txBody>
      </p:sp>
      <p:sp>
        <p:nvSpPr>
          <p:cNvPr id="5" name="矩形 4"/>
          <p:cNvSpPr/>
          <p:nvPr/>
        </p:nvSpPr>
        <p:spPr>
          <a:xfrm>
            <a:off x="448390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任务一</a:t>
            </a:r>
            <a:endParaRPr lang="zh-CN" altLang="en-US" sz="2800" b="1" kern="100">
              <a:solidFill>
                <a:schemeClr val="bg1"/>
              </a:solidFill>
              <a:latin typeface="+mj-ea"/>
            </a:endParaRPr>
          </a:p>
        </p:txBody>
      </p:sp>
      <p:sp>
        <p:nvSpPr>
          <p:cNvPr id="6" name="矩形 5"/>
          <p:cNvSpPr/>
          <p:nvPr/>
        </p:nvSpPr>
        <p:spPr>
          <a:xfrm>
            <a:off x="597935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二</a:t>
            </a:r>
            <a:endParaRPr lang="zh-CN" altLang="en-US" sz="2800" b="1" kern="100">
              <a:solidFill>
                <a:schemeClr val="bg1"/>
              </a:solidFill>
              <a:latin typeface="+mj-ea"/>
            </a:endParaRPr>
          </a:p>
        </p:txBody>
      </p:sp>
      <p:sp>
        <p:nvSpPr>
          <p:cNvPr id="9" name="矩形 8"/>
          <p:cNvSpPr/>
          <p:nvPr/>
        </p:nvSpPr>
        <p:spPr>
          <a:xfrm>
            <a:off x="7474809" y="971544"/>
            <a:ext cx="1261884" cy="523220"/>
          </a:xfrm>
          <a:prstGeom prst="rect">
            <a:avLst/>
          </a:prstGeom>
          <a:solidFill>
            <a:srgbClr val="FFFF00"/>
          </a:solidFill>
        </p:spPr>
        <p:txBody>
          <a:bodyPr wrap="none">
            <a:spAutoFit/>
          </a:bodyPr>
          <a:lstStyle/>
          <a:p>
            <a:r>
              <a:rPr lang="zh-CN" altLang="zh-CN" sz="2800" b="1" kern="100">
                <a:solidFill>
                  <a:srgbClr val="C00000"/>
                </a:solidFill>
                <a:latin typeface="+mj-ea"/>
              </a:rPr>
              <a:t>任务</a:t>
            </a:r>
            <a:r>
              <a:rPr lang="zh-CN" altLang="en-US" sz="2800" b="1" kern="100">
                <a:solidFill>
                  <a:srgbClr val="C00000"/>
                </a:solidFill>
                <a:latin typeface="+mj-ea"/>
              </a:rPr>
              <a:t>三</a:t>
            </a:r>
            <a:endParaRPr lang="zh-CN" altLang="en-US" sz="2800" b="1" kern="100">
              <a:solidFill>
                <a:srgbClr val="C00000"/>
              </a:solidFill>
              <a:latin typeface="+mj-ea"/>
            </a:endParaRPr>
          </a:p>
        </p:txBody>
      </p:sp>
      <p:sp>
        <p:nvSpPr>
          <p:cNvPr id="10" name="矩形 9"/>
          <p:cNvSpPr/>
          <p:nvPr/>
        </p:nvSpPr>
        <p:spPr>
          <a:xfrm>
            <a:off x="8970258"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四</a:t>
            </a:r>
            <a:endParaRPr lang="zh-CN" altLang="en-US" sz="2800" b="1">
              <a:solidFill>
                <a:schemeClr val="bg1"/>
              </a:solidFill>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4292600" y="1073150"/>
              <a:ext cx="12700" cy="360"/>
            </p14:xfrm>
          </p:contentPart>
        </mc:Choice>
        <mc:Fallback xmlns="">
          <p:pic>
            <p:nvPicPr>
              <p:cNvPr id="2" name="墨迹 1"/>
            </p:nvPicPr>
            <p:blipFill>
              <a:blip r:embed="rId2"/>
            </p:blipFill>
            <p:spPr>
              <a:xfrm>
                <a:off x="4292600" y="1073150"/>
                <a:ext cx="1270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882650" y="4159250"/>
              <a:ext cx="342900" cy="19050"/>
            </p14:xfrm>
          </p:contentPart>
        </mc:Choice>
        <mc:Fallback xmlns="">
          <p:pic>
            <p:nvPicPr>
              <p:cNvPr id="3" name="墨迹 2"/>
            </p:nvPicPr>
            <p:blipFill>
              <a:blip r:embed="rId4"/>
            </p:blipFill>
            <p:spPr>
              <a:xfrm>
                <a:off x="882650" y="4159250"/>
                <a:ext cx="342900" cy="190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035050" y="3841750"/>
              <a:ext cx="203200" cy="228600"/>
            </p14:xfrm>
          </p:contentPart>
        </mc:Choice>
        <mc:Fallback xmlns="">
          <p:pic>
            <p:nvPicPr>
              <p:cNvPr id="4" name="墨迹 3"/>
            </p:nvPicPr>
            <p:blipFill>
              <a:blip r:embed="rId6"/>
            </p:blipFill>
            <p:spPr>
              <a:xfrm>
                <a:off x="1035050" y="3841750"/>
                <a:ext cx="203200" cy="228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1" name="墨迹 10"/>
              <p14:cNvContentPartPr/>
              <p14:nvPr/>
            </p14:nvContentPartPr>
            <p14:xfrm>
              <a:off x="1263650" y="4038600"/>
              <a:ext cx="101600" cy="120650"/>
            </p14:xfrm>
          </p:contentPart>
        </mc:Choice>
        <mc:Fallback xmlns="">
          <p:pic>
            <p:nvPicPr>
              <p:cNvPr id="11" name="墨迹 10"/>
            </p:nvPicPr>
            <p:blipFill>
              <a:blip r:embed="rId8"/>
            </p:blipFill>
            <p:spPr>
              <a:xfrm>
                <a:off x="1263650" y="4038600"/>
                <a:ext cx="101600" cy="1206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2" name="墨迹 11"/>
              <p14:cNvContentPartPr/>
              <p14:nvPr/>
            </p14:nvContentPartPr>
            <p14:xfrm>
              <a:off x="1416050" y="4083050"/>
              <a:ext cx="139700" cy="133350"/>
            </p14:xfrm>
          </p:contentPart>
        </mc:Choice>
        <mc:Fallback xmlns="">
          <p:pic>
            <p:nvPicPr>
              <p:cNvPr id="12" name="墨迹 11"/>
            </p:nvPicPr>
            <p:blipFill>
              <a:blip r:embed="rId10"/>
            </p:blipFill>
            <p:spPr>
              <a:xfrm>
                <a:off x="1416050" y="4083050"/>
                <a:ext cx="139700" cy="1333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3" name="墨迹 12"/>
              <p14:cNvContentPartPr/>
              <p14:nvPr/>
            </p14:nvContentPartPr>
            <p14:xfrm>
              <a:off x="1022350" y="4229100"/>
              <a:ext cx="360" cy="304800"/>
            </p14:xfrm>
          </p:contentPart>
        </mc:Choice>
        <mc:Fallback xmlns="">
          <p:pic>
            <p:nvPicPr>
              <p:cNvPr id="13" name="墨迹 12"/>
            </p:nvPicPr>
            <p:blipFill>
              <a:blip r:embed="rId12"/>
            </p:blipFill>
            <p:spPr>
              <a:xfrm>
                <a:off x="1022350" y="4229100"/>
                <a:ext cx="360" cy="3048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4" name="墨迹 13"/>
              <p14:cNvContentPartPr/>
              <p14:nvPr/>
            </p14:nvContentPartPr>
            <p14:xfrm>
              <a:off x="971550" y="4483100"/>
              <a:ext cx="146050" cy="298450"/>
            </p14:xfrm>
          </p:contentPart>
        </mc:Choice>
        <mc:Fallback xmlns="">
          <p:pic>
            <p:nvPicPr>
              <p:cNvPr id="14" name="墨迹 13"/>
            </p:nvPicPr>
            <p:blipFill>
              <a:blip r:embed="rId14"/>
            </p:blipFill>
            <p:spPr>
              <a:xfrm>
                <a:off x="971550" y="4483100"/>
                <a:ext cx="146050" cy="2984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5" name="墨迹 14"/>
              <p14:cNvContentPartPr/>
              <p14:nvPr/>
            </p14:nvContentPartPr>
            <p14:xfrm>
              <a:off x="933450" y="4514850"/>
              <a:ext cx="152400" cy="285750"/>
            </p14:xfrm>
          </p:contentPart>
        </mc:Choice>
        <mc:Fallback xmlns="">
          <p:pic>
            <p:nvPicPr>
              <p:cNvPr id="15" name="墨迹 14"/>
            </p:nvPicPr>
            <p:blipFill>
              <a:blip r:embed="rId16"/>
            </p:blipFill>
            <p:spPr>
              <a:xfrm>
                <a:off x="933450" y="4514850"/>
                <a:ext cx="152400" cy="2857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6" name="墨迹 15"/>
              <p14:cNvContentPartPr/>
              <p14:nvPr/>
            </p14:nvContentPartPr>
            <p14:xfrm>
              <a:off x="939800" y="4806950"/>
              <a:ext cx="57150" cy="336550"/>
            </p14:xfrm>
          </p:contentPart>
        </mc:Choice>
        <mc:Fallback xmlns="">
          <p:pic>
            <p:nvPicPr>
              <p:cNvPr id="16" name="墨迹 15"/>
            </p:nvPicPr>
            <p:blipFill>
              <a:blip r:embed="rId18"/>
            </p:blipFill>
            <p:spPr>
              <a:xfrm>
                <a:off x="939800" y="4806950"/>
                <a:ext cx="57150" cy="3365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7" name="墨迹 16"/>
              <p14:cNvContentPartPr/>
              <p14:nvPr/>
            </p14:nvContentPartPr>
            <p14:xfrm>
              <a:off x="755650" y="5118100"/>
              <a:ext cx="215900" cy="165100"/>
            </p14:xfrm>
          </p:contentPart>
        </mc:Choice>
        <mc:Fallback xmlns="">
          <p:pic>
            <p:nvPicPr>
              <p:cNvPr id="17" name="墨迹 16"/>
            </p:nvPicPr>
            <p:blipFill>
              <a:blip r:embed="rId20"/>
            </p:blipFill>
            <p:spPr>
              <a:xfrm>
                <a:off x="755650" y="5118100"/>
                <a:ext cx="215900" cy="1651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8" name="墨迹 17"/>
              <p14:cNvContentPartPr/>
              <p14:nvPr/>
            </p14:nvContentPartPr>
            <p14:xfrm>
              <a:off x="996950" y="5213350"/>
              <a:ext cx="63500" cy="590550"/>
            </p14:xfrm>
          </p:contentPart>
        </mc:Choice>
        <mc:Fallback xmlns="">
          <p:pic>
            <p:nvPicPr>
              <p:cNvPr id="18" name="墨迹 17"/>
            </p:nvPicPr>
            <p:blipFill>
              <a:blip r:embed="rId22"/>
            </p:blipFill>
            <p:spPr>
              <a:xfrm>
                <a:off x="996950" y="5213350"/>
                <a:ext cx="63500" cy="5905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9" name="墨迹 18"/>
              <p14:cNvContentPartPr/>
              <p14:nvPr/>
            </p14:nvContentPartPr>
            <p14:xfrm>
              <a:off x="927100" y="5803900"/>
              <a:ext cx="361950" cy="31750"/>
            </p14:xfrm>
          </p:contentPart>
        </mc:Choice>
        <mc:Fallback xmlns="">
          <p:pic>
            <p:nvPicPr>
              <p:cNvPr id="19" name="墨迹 18"/>
            </p:nvPicPr>
            <p:blipFill>
              <a:blip r:embed="rId24"/>
            </p:blipFill>
            <p:spPr>
              <a:xfrm>
                <a:off x="927100" y="5803900"/>
                <a:ext cx="361950" cy="317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0" name="墨迹 19"/>
              <p14:cNvContentPartPr/>
              <p14:nvPr/>
            </p14:nvContentPartPr>
            <p14:xfrm>
              <a:off x="1562100" y="5600700"/>
              <a:ext cx="101600" cy="165100"/>
            </p14:xfrm>
          </p:contentPart>
        </mc:Choice>
        <mc:Fallback xmlns="">
          <p:pic>
            <p:nvPicPr>
              <p:cNvPr id="20" name="墨迹 19"/>
            </p:nvPicPr>
            <p:blipFill>
              <a:blip r:embed="rId26"/>
            </p:blipFill>
            <p:spPr>
              <a:xfrm>
                <a:off x="1562100" y="5600700"/>
                <a:ext cx="101600" cy="1651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21" name="墨迹 20"/>
              <p14:cNvContentPartPr/>
              <p14:nvPr/>
            </p14:nvContentPartPr>
            <p14:xfrm>
              <a:off x="1562100" y="5676900"/>
              <a:ext cx="360" cy="381000"/>
            </p14:xfrm>
          </p:contentPart>
        </mc:Choice>
        <mc:Fallback xmlns="">
          <p:pic>
            <p:nvPicPr>
              <p:cNvPr id="21" name="墨迹 20"/>
            </p:nvPicPr>
            <p:blipFill>
              <a:blip r:embed="rId28"/>
            </p:blipFill>
            <p:spPr>
              <a:xfrm>
                <a:off x="1562100" y="5676900"/>
                <a:ext cx="360" cy="3810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2" name="墨迹 21"/>
              <p14:cNvContentPartPr/>
              <p14:nvPr/>
            </p14:nvContentPartPr>
            <p14:xfrm>
              <a:off x="1778000" y="5848350"/>
              <a:ext cx="139700" cy="184150"/>
            </p14:xfrm>
          </p:contentPart>
        </mc:Choice>
        <mc:Fallback xmlns="">
          <p:pic>
            <p:nvPicPr>
              <p:cNvPr id="22" name="墨迹 21"/>
            </p:nvPicPr>
            <p:blipFill>
              <a:blip r:embed="rId30"/>
            </p:blipFill>
            <p:spPr>
              <a:xfrm>
                <a:off x="1778000" y="5848350"/>
                <a:ext cx="139700" cy="1841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3" name="墨迹 22"/>
              <p14:cNvContentPartPr/>
              <p14:nvPr/>
            </p14:nvContentPartPr>
            <p14:xfrm>
              <a:off x="2146300" y="5949950"/>
              <a:ext cx="19050" cy="6350"/>
            </p14:xfrm>
          </p:contentPart>
        </mc:Choice>
        <mc:Fallback xmlns="">
          <p:pic>
            <p:nvPicPr>
              <p:cNvPr id="23" name="墨迹 22"/>
            </p:nvPicPr>
            <p:blipFill>
              <a:blip r:embed="rId32"/>
            </p:blipFill>
            <p:spPr>
              <a:xfrm>
                <a:off x="2146300" y="5949950"/>
                <a:ext cx="19050" cy="63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4" name="墨迹 23"/>
              <p14:cNvContentPartPr/>
              <p14:nvPr/>
            </p14:nvContentPartPr>
            <p14:xfrm>
              <a:off x="2273300" y="5803900"/>
              <a:ext cx="31750" cy="330200"/>
            </p14:xfrm>
          </p:contentPart>
        </mc:Choice>
        <mc:Fallback xmlns="">
          <p:pic>
            <p:nvPicPr>
              <p:cNvPr id="24" name="墨迹 23"/>
            </p:nvPicPr>
            <p:blipFill>
              <a:blip r:embed="rId34"/>
            </p:blipFill>
            <p:spPr>
              <a:xfrm>
                <a:off x="2273300" y="5803900"/>
                <a:ext cx="31750" cy="3302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5" name="墨迹 24"/>
              <p14:cNvContentPartPr/>
              <p14:nvPr/>
            </p14:nvContentPartPr>
            <p14:xfrm>
              <a:off x="3422650" y="1479550"/>
              <a:ext cx="12700" cy="360"/>
            </p14:xfrm>
          </p:contentPart>
        </mc:Choice>
        <mc:Fallback xmlns="">
          <p:pic>
            <p:nvPicPr>
              <p:cNvPr id="25" name="墨迹 24"/>
            </p:nvPicPr>
            <p:blipFill>
              <a:blip r:embed="rId2"/>
            </p:blipFill>
            <p:spPr>
              <a:xfrm>
                <a:off x="3422650" y="1479550"/>
                <a:ext cx="12700" cy="36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6" name="墨迹 25"/>
              <p14:cNvContentPartPr/>
              <p14:nvPr/>
            </p14:nvContentPartPr>
            <p14:xfrm>
              <a:off x="4445000" y="4349750"/>
              <a:ext cx="266700" cy="12700"/>
            </p14:xfrm>
          </p:contentPart>
        </mc:Choice>
        <mc:Fallback xmlns="">
          <p:pic>
            <p:nvPicPr>
              <p:cNvPr id="26" name="墨迹 25"/>
            </p:nvPicPr>
            <p:blipFill>
              <a:blip r:embed="rId37"/>
            </p:blipFill>
            <p:spPr>
              <a:xfrm>
                <a:off x="4445000" y="4349750"/>
                <a:ext cx="266700" cy="1270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7" name="墨迹 26"/>
              <p14:cNvContentPartPr/>
              <p14:nvPr/>
            </p14:nvContentPartPr>
            <p14:xfrm>
              <a:off x="4616450" y="4375150"/>
              <a:ext cx="12700" cy="190500"/>
            </p14:xfrm>
          </p:contentPart>
        </mc:Choice>
        <mc:Fallback xmlns="">
          <p:pic>
            <p:nvPicPr>
              <p:cNvPr id="27" name="墨迹 26"/>
            </p:nvPicPr>
            <p:blipFill>
              <a:blip r:embed="rId39"/>
            </p:blipFill>
            <p:spPr>
              <a:xfrm>
                <a:off x="4616450" y="4375150"/>
                <a:ext cx="12700" cy="19050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8" name="墨迹 27"/>
              <p14:cNvContentPartPr/>
              <p14:nvPr/>
            </p14:nvContentPartPr>
            <p14:xfrm>
              <a:off x="4857750" y="4394200"/>
              <a:ext cx="31750" cy="165100"/>
            </p14:xfrm>
          </p:contentPart>
        </mc:Choice>
        <mc:Fallback xmlns="">
          <p:pic>
            <p:nvPicPr>
              <p:cNvPr id="28" name="墨迹 27"/>
            </p:nvPicPr>
            <p:blipFill>
              <a:blip r:embed="rId41"/>
            </p:blipFill>
            <p:spPr>
              <a:xfrm>
                <a:off x="4857750" y="4394200"/>
                <a:ext cx="31750" cy="16510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9" name="墨迹 28"/>
              <p14:cNvContentPartPr/>
              <p14:nvPr/>
            </p14:nvContentPartPr>
            <p14:xfrm>
              <a:off x="5695950" y="4260850"/>
              <a:ext cx="31750" cy="254000"/>
            </p14:xfrm>
          </p:contentPart>
        </mc:Choice>
        <mc:Fallback xmlns="">
          <p:pic>
            <p:nvPicPr>
              <p:cNvPr id="29" name="墨迹 28"/>
            </p:nvPicPr>
            <p:blipFill>
              <a:blip r:embed="rId43"/>
            </p:blipFill>
            <p:spPr>
              <a:xfrm>
                <a:off x="5695950" y="4260850"/>
                <a:ext cx="31750" cy="25400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30" name="墨迹 29"/>
              <p14:cNvContentPartPr/>
              <p14:nvPr/>
            </p14:nvContentPartPr>
            <p14:xfrm>
              <a:off x="5924550" y="4076700"/>
              <a:ext cx="139700" cy="406400"/>
            </p14:xfrm>
          </p:contentPart>
        </mc:Choice>
        <mc:Fallback xmlns="">
          <p:pic>
            <p:nvPicPr>
              <p:cNvPr id="30" name="墨迹 29"/>
            </p:nvPicPr>
            <p:blipFill>
              <a:blip r:embed="rId45"/>
            </p:blipFill>
            <p:spPr>
              <a:xfrm>
                <a:off x="5924550" y="4076700"/>
                <a:ext cx="139700" cy="40640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31" name="墨迹 30"/>
              <p14:cNvContentPartPr/>
              <p14:nvPr/>
            </p14:nvContentPartPr>
            <p14:xfrm>
              <a:off x="6197600" y="4222750"/>
              <a:ext cx="107950" cy="25400"/>
            </p14:xfrm>
          </p:contentPart>
        </mc:Choice>
        <mc:Fallback xmlns="">
          <p:pic>
            <p:nvPicPr>
              <p:cNvPr id="31" name="墨迹 30"/>
            </p:nvPicPr>
            <p:blipFill>
              <a:blip r:embed="rId47"/>
            </p:blipFill>
            <p:spPr>
              <a:xfrm>
                <a:off x="6197600" y="4222750"/>
                <a:ext cx="107950" cy="2540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32" name="墨迹 31"/>
              <p14:cNvContentPartPr/>
              <p14:nvPr/>
            </p14:nvContentPartPr>
            <p14:xfrm>
              <a:off x="6254750" y="4260850"/>
              <a:ext cx="360" cy="190500"/>
            </p14:xfrm>
          </p:contentPart>
        </mc:Choice>
        <mc:Fallback xmlns="">
          <p:pic>
            <p:nvPicPr>
              <p:cNvPr id="32" name="墨迹 31"/>
            </p:nvPicPr>
            <p:blipFill>
              <a:blip r:embed="rId49"/>
            </p:blipFill>
            <p:spPr>
              <a:xfrm>
                <a:off x="6254750" y="4260850"/>
                <a:ext cx="360" cy="190500"/>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33" name="墨迹 32"/>
              <p14:cNvContentPartPr/>
              <p14:nvPr/>
            </p14:nvContentPartPr>
            <p14:xfrm>
              <a:off x="6502400" y="4140200"/>
              <a:ext cx="19050" cy="76200"/>
            </p14:xfrm>
          </p:contentPart>
        </mc:Choice>
        <mc:Fallback xmlns="">
          <p:pic>
            <p:nvPicPr>
              <p:cNvPr id="33" name="墨迹 32"/>
            </p:nvPicPr>
            <p:blipFill>
              <a:blip r:embed="rId51"/>
            </p:blipFill>
            <p:spPr>
              <a:xfrm>
                <a:off x="6502400" y="4140200"/>
                <a:ext cx="19050" cy="7620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34" name="墨迹 33"/>
              <p14:cNvContentPartPr/>
              <p14:nvPr/>
            </p14:nvContentPartPr>
            <p14:xfrm>
              <a:off x="6426200" y="4279900"/>
              <a:ext cx="146050" cy="31750"/>
            </p14:xfrm>
          </p:contentPart>
        </mc:Choice>
        <mc:Fallback xmlns="">
          <p:pic>
            <p:nvPicPr>
              <p:cNvPr id="34" name="墨迹 33"/>
            </p:nvPicPr>
            <p:blipFill>
              <a:blip r:embed="rId53"/>
            </p:blipFill>
            <p:spPr>
              <a:xfrm>
                <a:off x="6426200" y="4279900"/>
                <a:ext cx="146050" cy="3175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5" name="墨迹 34"/>
              <p14:cNvContentPartPr/>
              <p14:nvPr/>
            </p14:nvContentPartPr>
            <p14:xfrm>
              <a:off x="6438900" y="4356100"/>
              <a:ext cx="12700" cy="19050"/>
            </p14:xfrm>
          </p:contentPart>
        </mc:Choice>
        <mc:Fallback xmlns="">
          <p:pic>
            <p:nvPicPr>
              <p:cNvPr id="35" name="墨迹 34"/>
            </p:nvPicPr>
            <p:blipFill>
              <a:blip r:embed="rId55"/>
            </p:blipFill>
            <p:spPr>
              <a:xfrm>
                <a:off x="6438900" y="4356100"/>
                <a:ext cx="12700" cy="19050"/>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6" name="墨迹 35"/>
              <p14:cNvContentPartPr/>
              <p14:nvPr/>
            </p14:nvContentPartPr>
            <p14:xfrm>
              <a:off x="6502400" y="4362450"/>
              <a:ext cx="82550" cy="82550"/>
            </p14:xfrm>
          </p:contentPart>
        </mc:Choice>
        <mc:Fallback xmlns="">
          <p:pic>
            <p:nvPicPr>
              <p:cNvPr id="36" name="墨迹 35"/>
            </p:nvPicPr>
            <p:blipFill>
              <a:blip r:embed="rId57"/>
            </p:blipFill>
            <p:spPr>
              <a:xfrm>
                <a:off x="6502400" y="4362450"/>
                <a:ext cx="82550" cy="82550"/>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7" name="墨迹 36"/>
              <p14:cNvContentPartPr/>
              <p14:nvPr/>
            </p14:nvContentPartPr>
            <p14:xfrm>
              <a:off x="6419850" y="4438650"/>
              <a:ext cx="228600" cy="50800"/>
            </p14:xfrm>
          </p:contentPart>
        </mc:Choice>
        <mc:Fallback xmlns="">
          <p:pic>
            <p:nvPicPr>
              <p:cNvPr id="37" name="墨迹 36"/>
            </p:nvPicPr>
            <p:blipFill>
              <a:blip r:embed="rId59"/>
            </p:blipFill>
            <p:spPr>
              <a:xfrm>
                <a:off x="6419850" y="4438650"/>
                <a:ext cx="228600" cy="50800"/>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8" name="墨迹 37"/>
              <p14:cNvContentPartPr/>
              <p14:nvPr/>
            </p14:nvContentPartPr>
            <p14:xfrm>
              <a:off x="7524750" y="2997200"/>
              <a:ext cx="2597150" cy="69850"/>
            </p14:xfrm>
          </p:contentPart>
        </mc:Choice>
        <mc:Fallback xmlns="">
          <p:pic>
            <p:nvPicPr>
              <p:cNvPr id="38" name="墨迹 37"/>
            </p:nvPicPr>
            <p:blipFill>
              <a:blip r:embed="rId61"/>
            </p:blipFill>
            <p:spPr>
              <a:xfrm>
                <a:off x="7524750" y="2997200"/>
                <a:ext cx="2597150" cy="69850"/>
              </a:xfrm>
              <a:prstGeom prst="rect"/>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57528" y="971544"/>
            <a:ext cx="3480440" cy="523220"/>
          </a:xfrm>
          <a:prstGeom prst="rect">
            <a:avLst/>
          </a:prstGeom>
        </p:spPr>
        <p:txBody>
          <a:bodyPr wrap="none">
            <a:spAutoFit/>
          </a:bodyPr>
          <a:lstStyle/>
          <a:p>
            <a:r>
              <a:rPr lang="en-US" altLang="zh-CN" sz="2800" b="1"/>
              <a:t>1.</a:t>
            </a:r>
            <a:r>
              <a:rPr lang="zh-CN" altLang="en-US" sz="2800" b="1"/>
              <a:t>前期方案归纳分析</a:t>
            </a:r>
            <a:endParaRPr lang="zh-CN" altLang="en-US" sz="2800" b="1"/>
          </a:p>
        </p:txBody>
      </p:sp>
      <p:sp>
        <p:nvSpPr>
          <p:cNvPr id="8" name="矩形 7"/>
          <p:cNvSpPr/>
          <p:nvPr/>
        </p:nvSpPr>
        <p:spPr>
          <a:xfrm>
            <a:off x="1320822" y="2246365"/>
            <a:ext cx="9489831" cy="3247877"/>
          </a:xfrm>
          <a:prstGeom prst="rect">
            <a:avLst/>
          </a:prstGeom>
        </p:spPr>
        <p:txBody>
          <a:bodyPr wrap="square">
            <a:spAutoFit/>
          </a:bodyPr>
          <a:lstStyle/>
          <a:p>
            <a:pPr indent="266700" algn="just">
              <a:lnSpc>
                <a:spcPct val="150000"/>
              </a:lnSpc>
              <a:spcAft>
                <a:spcPts val="0"/>
              </a:spcAft>
            </a:pPr>
            <a:r>
              <a:rPr lang="zh-CN" altLang="en-US" sz="2800" kern="100" dirty="0">
                <a:latin typeface="+mj-ea"/>
                <a:ea typeface="+mj-ea"/>
              </a:rPr>
              <a:t>通过串口</a:t>
            </a:r>
            <a:r>
              <a:rPr lang="en-US" altLang="zh-CN" sz="2800" kern="100" dirty="0">
                <a:latin typeface="+mj-ea"/>
                <a:ea typeface="+mj-ea"/>
              </a:rPr>
              <a:t>UART0</a:t>
            </a:r>
            <a:r>
              <a:rPr lang="zh-CN" altLang="en-US" sz="2800" kern="100" dirty="0">
                <a:latin typeface="+mj-ea"/>
                <a:ea typeface="+mj-ea"/>
              </a:rPr>
              <a:t>与上位机串口间的串行异步通信，实现交通灯模块工作状态上报上位机，和上位机下发指令控制交通灯模块进行模式切换，融合了</a:t>
            </a:r>
            <a:r>
              <a:rPr lang="en-US" altLang="zh-CN" sz="2800" kern="100" dirty="0">
                <a:latin typeface="+mj-ea"/>
                <a:ea typeface="+mj-ea"/>
              </a:rPr>
              <a:t>I/O</a:t>
            </a:r>
            <a:r>
              <a:rPr lang="zh-CN" altLang="en-US" sz="2800" kern="100" dirty="0">
                <a:latin typeface="+mj-ea"/>
                <a:ea typeface="+mj-ea"/>
              </a:rPr>
              <a:t>端口应用、中断技术和多模式系统状态控制逻辑等知识，建立便捷灵活的远程主机对交通灯模块的联网控制。</a:t>
            </a:r>
            <a:endParaRPr lang="zh-CN" altLang="zh-CN" sz="2800" kern="100" dirty="0">
              <a:effectLst/>
              <a:latin typeface="+mj-ea"/>
              <a:ea typeface="+mj-ea"/>
            </a:endParaRPr>
          </a:p>
        </p:txBody>
      </p:sp>
      <p:sp>
        <p:nvSpPr>
          <p:cNvPr id="5" name="矩形 4"/>
          <p:cNvSpPr/>
          <p:nvPr/>
        </p:nvSpPr>
        <p:spPr>
          <a:xfrm>
            <a:off x="448390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任务一</a:t>
            </a:r>
            <a:endParaRPr lang="zh-CN" altLang="en-US" sz="2800" b="1" kern="100">
              <a:solidFill>
                <a:schemeClr val="bg1"/>
              </a:solidFill>
              <a:latin typeface="+mj-ea"/>
            </a:endParaRPr>
          </a:p>
        </p:txBody>
      </p:sp>
      <p:sp>
        <p:nvSpPr>
          <p:cNvPr id="6" name="矩形 5"/>
          <p:cNvSpPr/>
          <p:nvPr/>
        </p:nvSpPr>
        <p:spPr>
          <a:xfrm>
            <a:off x="597935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二</a:t>
            </a:r>
            <a:endParaRPr lang="zh-CN" altLang="en-US" sz="2800" b="1" kern="100">
              <a:solidFill>
                <a:schemeClr val="bg1"/>
              </a:solidFill>
              <a:latin typeface="+mj-ea"/>
            </a:endParaRPr>
          </a:p>
        </p:txBody>
      </p:sp>
      <p:sp>
        <p:nvSpPr>
          <p:cNvPr id="9" name="矩形 8"/>
          <p:cNvSpPr/>
          <p:nvPr/>
        </p:nvSpPr>
        <p:spPr>
          <a:xfrm>
            <a:off x="7474809" y="971544"/>
            <a:ext cx="1261884" cy="523220"/>
          </a:xfrm>
          <a:prstGeom prst="rect">
            <a:avLst/>
          </a:prstGeom>
          <a:solidFill>
            <a:schemeClr val="bg2">
              <a:lumMod val="65000"/>
            </a:schemeClr>
          </a:solidFill>
        </p:spPr>
        <p:txBody>
          <a:bodyPr wrap="none">
            <a:spAutoFit/>
          </a:bodyPr>
          <a:lstStyle/>
          <a:p>
            <a:r>
              <a:rPr lang="zh-CN" altLang="zh-CN" sz="2800" b="1" kern="100">
                <a:solidFill>
                  <a:schemeClr val="bg1"/>
                </a:solidFill>
                <a:latin typeface="+mj-ea"/>
              </a:rPr>
              <a:t>任务</a:t>
            </a:r>
            <a:r>
              <a:rPr lang="zh-CN" altLang="en-US" sz="2800" b="1" kern="100">
                <a:solidFill>
                  <a:schemeClr val="bg1"/>
                </a:solidFill>
                <a:latin typeface="+mj-ea"/>
              </a:rPr>
              <a:t>三</a:t>
            </a:r>
            <a:endParaRPr lang="zh-CN" altLang="en-US" sz="2800" b="1" kern="100">
              <a:solidFill>
                <a:schemeClr val="bg1"/>
              </a:solidFill>
              <a:latin typeface="+mj-ea"/>
            </a:endParaRPr>
          </a:p>
        </p:txBody>
      </p:sp>
      <p:sp>
        <p:nvSpPr>
          <p:cNvPr id="10" name="矩形 9"/>
          <p:cNvSpPr/>
          <p:nvPr/>
        </p:nvSpPr>
        <p:spPr>
          <a:xfrm>
            <a:off x="8970258" y="971544"/>
            <a:ext cx="1261884" cy="523220"/>
          </a:xfrm>
          <a:prstGeom prst="rect">
            <a:avLst/>
          </a:prstGeom>
          <a:solidFill>
            <a:srgbClr val="FFFF00"/>
          </a:solidFill>
        </p:spPr>
        <p:txBody>
          <a:bodyPr wrap="none">
            <a:spAutoFit/>
          </a:bodyPr>
          <a:lstStyle/>
          <a:p>
            <a:r>
              <a:rPr lang="zh-CN" altLang="zh-CN" sz="2800" b="1" kern="100">
                <a:solidFill>
                  <a:srgbClr val="C00000"/>
                </a:solidFill>
                <a:latin typeface="+mj-ea"/>
              </a:rPr>
              <a:t>任务</a:t>
            </a:r>
            <a:r>
              <a:rPr lang="zh-CN" altLang="en-US" sz="2800" b="1" kern="100">
                <a:solidFill>
                  <a:srgbClr val="C00000"/>
                </a:solidFill>
                <a:latin typeface="+mj-ea"/>
              </a:rPr>
              <a:t>四</a:t>
            </a:r>
            <a:endParaRPr lang="zh-CN" altLang="en-US" sz="2800" b="1" kern="100">
              <a:solidFill>
                <a:srgbClr val="C00000"/>
              </a:solidFill>
              <a:latin typeface="+mj-ea"/>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495550" y="2927350"/>
              <a:ext cx="1670050" cy="101600"/>
            </p14:xfrm>
          </p:contentPart>
        </mc:Choice>
        <mc:Fallback xmlns="">
          <p:pic>
            <p:nvPicPr>
              <p:cNvPr id="2" name="墨迹 1"/>
            </p:nvPicPr>
            <p:blipFill>
              <a:blip r:embed="rId2"/>
            </p:blipFill>
            <p:spPr>
              <a:xfrm>
                <a:off x="2495550" y="2927350"/>
                <a:ext cx="1670050" cy="10160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文本框1"/>
          <p:cNvSpPr txBox="1"/>
          <p:nvPr/>
        </p:nvSpPr>
        <p:spPr>
          <a:xfrm>
            <a:off x="2650153" y="5325309"/>
            <a:ext cx="2646878" cy="461665"/>
          </a:xfrm>
          <a:prstGeom prst="rect">
            <a:avLst/>
          </a:prstGeom>
          <a:noFill/>
        </p:spPr>
        <p:txBody>
          <a:bodyPr wrap="none" rtlCol="0">
            <a:spAutoFit/>
          </a:bodyPr>
          <a:lstStyle/>
          <a:p>
            <a:pPr lvl="0"/>
            <a:r>
              <a:rPr lang="zh-CN" altLang="en-US" sz="2400">
                <a:solidFill>
                  <a:schemeClr val="tx1">
                    <a:lumMod val="75000"/>
                    <a:lumOff val="25000"/>
                  </a:schemeClr>
                </a:solidFill>
              </a:rPr>
              <a:t>前期方案归纳分析</a:t>
            </a:r>
            <a:endParaRPr lang="zh-CN" altLang="zh-CN" sz="2400">
              <a:solidFill>
                <a:schemeClr val="tx1">
                  <a:lumMod val="75000"/>
                  <a:lumOff val="25000"/>
                </a:schemeClr>
              </a:solidFill>
            </a:endParaRPr>
          </a:p>
        </p:txBody>
      </p:sp>
      <p:grpSp>
        <p:nvGrpSpPr>
          <p:cNvPr id="2" name="组合 1"/>
          <p:cNvGrpSpPr/>
          <p:nvPr/>
        </p:nvGrpSpPr>
        <p:grpSpPr>
          <a:xfrm>
            <a:off x="2810674" y="2247637"/>
            <a:ext cx="2087245" cy="2570480"/>
            <a:chOff x="1896241" y="2009457"/>
            <a:chExt cx="2087245" cy="2570480"/>
          </a:xfrm>
        </p:grpSpPr>
        <p:grpSp>
          <p:nvGrpSpPr>
            <p:cNvPr id="7" name="组合 6"/>
            <p:cNvGrpSpPr/>
            <p:nvPr/>
          </p:nvGrpSpPr>
          <p:grpSpPr>
            <a:xfrm>
              <a:off x="1896241" y="2009457"/>
              <a:ext cx="2087245" cy="2570480"/>
              <a:chOff x="4536" y="3212"/>
              <a:chExt cx="3287" cy="4048"/>
            </a:xfrm>
          </p:grpSpPr>
          <p:sp>
            <p:nvSpPr>
              <p:cNvPr id="12" name="圆角矩形 34"/>
              <p:cNvSpPr/>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6" name="圆角矩形 38"/>
              <p:cNvSpPr/>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0"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0" name="文本框 9"/>
            <p:cNvSpPr txBox="1"/>
            <p:nvPr/>
          </p:nvSpPr>
          <p:spPr>
            <a:xfrm>
              <a:off x="2501078" y="3178278"/>
              <a:ext cx="682625"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grpSp>
      <p:sp>
        <p:nvSpPr>
          <p:cNvPr id="26" name="Text Box 12">
            <a:hlinkClick r:id="rId1" action="ppaction://hlinksldjump"/>
          </p:cNvPr>
          <p:cNvSpPr txBox="1">
            <a:spLocks noChangeArrowheads="1"/>
          </p:cNvSpPr>
          <p:nvPr/>
        </p:nvSpPr>
        <p:spPr bwMode="auto">
          <a:xfrm>
            <a:off x="1197297" y="443603"/>
            <a:ext cx="9979660" cy="67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rgbClr val="0070C0"/>
                </a:solidFill>
                <a:latin typeface="微软雅黑" panose="020B0503020204020204" pitchFamily="34" charset="-122"/>
                <a:ea typeface="微软雅黑" panose="020B0503020204020204" pitchFamily="34" charset="-122"/>
              </a:rPr>
              <a:t>知识储备</a:t>
            </a:r>
            <a:endParaRPr lang="zh-CN" altLang="en-US" sz="2800" dirty="0">
              <a:solidFill>
                <a:srgbClr val="0070C0"/>
              </a:solidFill>
              <a:latin typeface="微软雅黑" panose="020B0503020204020204" pitchFamily="34" charset="-122"/>
              <a:ea typeface="微软雅黑" panose="020B0503020204020204" pitchFamily="34" charset="-122"/>
            </a:endParaRPr>
          </a:p>
        </p:txBody>
      </p:sp>
      <p:sp>
        <p:nvSpPr>
          <p:cNvPr id="18" name="文本框1"/>
          <p:cNvSpPr txBox="1"/>
          <p:nvPr/>
        </p:nvSpPr>
        <p:spPr>
          <a:xfrm>
            <a:off x="7141853" y="5328888"/>
            <a:ext cx="2954655" cy="461665"/>
          </a:xfrm>
          <a:prstGeom prst="rect">
            <a:avLst/>
          </a:prstGeom>
          <a:noFill/>
        </p:spPr>
        <p:txBody>
          <a:bodyPr wrap="none" rtlCol="0">
            <a:spAutoFit/>
          </a:bodyPr>
          <a:lstStyle/>
          <a:p>
            <a:pPr lvl="0"/>
            <a:r>
              <a:rPr lang="zh-CN" altLang="en-US" sz="2400" b="1">
                <a:solidFill>
                  <a:schemeClr val="accent1">
                    <a:lumMod val="75000"/>
                  </a:schemeClr>
                </a:solidFill>
              </a:rPr>
              <a:t>系统体系及功能整合</a:t>
            </a:r>
            <a:endParaRPr lang="zh-CN" altLang="zh-CN" sz="2400" b="1">
              <a:solidFill>
                <a:schemeClr val="accent1">
                  <a:lumMod val="75000"/>
                </a:schemeClr>
              </a:solidFill>
            </a:endParaRPr>
          </a:p>
        </p:txBody>
      </p:sp>
      <p:grpSp>
        <p:nvGrpSpPr>
          <p:cNvPr id="19" name="组合 18"/>
          <p:cNvGrpSpPr/>
          <p:nvPr/>
        </p:nvGrpSpPr>
        <p:grpSpPr>
          <a:xfrm>
            <a:off x="7812299" y="2106230"/>
            <a:ext cx="2087245" cy="2570480"/>
            <a:chOff x="1896241" y="2009457"/>
            <a:chExt cx="2087245" cy="2570480"/>
          </a:xfrm>
        </p:grpSpPr>
        <p:grpSp>
          <p:nvGrpSpPr>
            <p:cNvPr id="22" name="组合 21"/>
            <p:cNvGrpSpPr/>
            <p:nvPr/>
          </p:nvGrpSpPr>
          <p:grpSpPr>
            <a:xfrm>
              <a:off x="1896241" y="2009457"/>
              <a:ext cx="2087245" cy="2570480"/>
              <a:chOff x="4536" y="3212"/>
              <a:chExt cx="3287" cy="4048"/>
            </a:xfrm>
          </p:grpSpPr>
          <p:sp>
            <p:nvSpPr>
              <p:cNvPr id="24" name="圆角矩形 34"/>
              <p:cNvSpPr/>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5" name="圆角矩形 38"/>
              <p:cNvSpPr/>
              <p:nvPr/>
            </p:nvSpPr>
            <p:spPr>
              <a:xfrm rot="2700000">
                <a:off x="4943" y="4671"/>
                <a:ext cx="2185" cy="2185"/>
              </a:xfrm>
              <a:prstGeom prst="roundRect">
                <a:avLst>
                  <a:gd name="adj" fmla="val 6319"/>
                </a:avLst>
              </a:prstGeom>
              <a:solidFill>
                <a:srgbClr val="349C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7"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23" name="文本框 22"/>
            <p:cNvSpPr txBox="1"/>
            <p:nvPr/>
          </p:nvSpPr>
          <p:spPr>
            <a:xfrm>
              <a:off x="2613660" y="320040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96828" y="1007373"/>
            <a:ext cx="3956532" cy="523220"/>
          </a:xfrm>
          <a:prstGeom prst="rect">
            <a:avLst/>
          </a:prstGeom>
        </p:spPr>
        <p:txBody>
          <a:bodyPr wrap="none">
            <a:spAutoFit/>
          </a:bodyPr>
          <a:lstStyle/>
          <a:p>
            <a:r>
              <a:rPr lang="en-US" altLang="zh-CN" sz="2800" b="1"/>
              <a:t>2. </a:t>
            </a:r>
            <a:r>
              <a:rPr lang="zh-CN" altLang="en-US" sz="2800" b="1"/>
              <a:t>系统体系及功能整合</a:t>
            </a:r>
            <a:endParaRPr lang="zh-CN" altLang="en-US" sz="2800" b="1"/>
          </a:p>
        </p:txBody>
      </p:sp>
      <p:pic>
        <p:nvPicPr>
          <p:cNvPr id="12" name="图片 11"/>
          <p:cNvPicPr/>
          <p:nvPr/>
        </p:nvPicPr>
        <p:blipFill>
          <a:blip r:embed="rId1">
            <a:extLst>
              <a:ext uri="{28A0092B-C50C-407E-A947-70E740481C1C}">
                <a14:useLocalDpi xmlns:a14="http://schemas.microsoft.com/office/drawing/2010/main" val="0"/>
              </a:ext>
            </a:extLst>
          </a:blip>
          <a:stretch>
            <a:fillRect/>
          </a:stretch>
        </p:blipFill>
        <p:spPr>
          <a:xfrm>
            <a:off x="2875094" y="2055079"/>
            <a:ext cx="6207356" cy="1866291"/>
          </a:xfrm>
          <a:prstGeom prst="rect">
            <a:avLst/>
          </a:prstGeom>
        </p:spPr>
      </p:pic>
      <p:sp>
        <p:nvSpPr>
          <p:cNvPr id="3" name="矩形 2"/>
          <p:cNvSpPr/>
          <p:nvPr/>
        </p:nvSpPr>
        <p:spPr>
          <a:xfrm>
            <a:off x="4161464" y="4261190"/>
            <a:ext cx="3159839" cy="369332"/>
          </a:xfrm>
          <a:prstGeom prst="rect">
            <a:avLst/>
          </a:prstGeom>
        </p:spPr>
        <p:txBody>
          <a:bodyPr wrap="none">
            <a:spAutoFit/>
          </a:bodyPr>
          <a:lstStyle/>
          <a:p>
            <a:r>
              <a:rPr lang="zh-CN" altLang="en-US"/>
              <a:t>图1-5-1  模拟交通灯系统结构</a:t>
            </a:r>
            <a:endParaRPr lang="zh-CN" altLang="en-US"/>
          </a:p>
        </p:txBody>
      </p:sp>
      <p:sp>
        <p:nvSpPr>
          <p:cNvPr id="5" name="矩形 4"/>
          <p:cNvSpPr/>
          <p:nvPr/>
        </p:nvSpPr>
        <p:spPr>
          <a:xfrm>
            <a:off x="445477" y="4970342"/>
            <a:ext cx="11125200" cy="1015663"/>
          </a:xfrm>
          <a:prstGeom prst="rect">
            <a:avLst/>
          </a:prstGeom>
        </p:spPr>
        <p:txBody>
          <a:bodyPr wrap="square">
            <a:spAutoFit/>
          </a:bodyPr>
          <a:lstStyle/>
          <a:p>
            <a:r>
              <a:rPr lang="zh-CN" altLang="en-US" sz="2000"/>
              <a:t>采用上位机、本地系统及通信平台三部分结合，构建的交通灯系统可以支持多种工作模式、多种控制策略的功能体系。功能设计上规划设置系统启动时自动进入的交通灯检测模式，检测后进入的正常通行指挥模式，以及特殊情况下的限行模式等。</a:t>
            </a:r>
            <a:endParaRPr lang="zh-CN"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96828" y="1007373"/>
            <a:ext cx="3956532" cy="523220"/>
          </a:xfrm>
          <a:prstGeom prst="rect">
            <a:avLst/>
          </a:prstGeom>
        </p:spPr>
        <p:txBody>
          <a:bodyPr wrap="none">
            <a:spAutoFit/>
          </a:bodyPr>
          <a:lstStyle/>
          <a:p>
            <a:r>
              <a:rPr lang="en-US" altLang="zh-CN" sz="2800" b="1"/>
              <a:t>2. </a:t>
            </a:r>
            <a:r>
              <a:rPr lang="zh-CN" altLang="en-US" sz="2800" b="1"/>
              <a:t>系统体系及功能整合</a:t>
            </a:r>
            <a:endParaRPr lang="zh-CN" altLang="en-US" sz="2800" b="1"/>
          </a:p>
        </p:txBody>
      </p:sp>
      <p:sp>
        <p:nvSpPr>
          <p:cNvPr id="3" name="矩形 2"/>
          <p:cNvSpPr/>
          <p:nvPr/>
        </p:nvSpPr>
        <p:spPr>
          <a:xfrm>
            <a:off x="4161464" y="4261190"/>
            <a:ext cx="3621504" cy="369332"/>
          </a:xfrm>
          <a:prstGeom prst="rect">
            <a:avLst/>
          </a:prstGeom>
        </p:spPr>
        <p:txBody>
          <a:bodyPr wrap="none">
            <a:spAutoFit/>
          </a:bodyPr>
          <a:lstStyle/>
          <a:p>
            <a:r>
              <a:rPr lang="zh-CN" altLang="zh-CN"/>
              <a:t>图</a:t>
            </a:r>
            <a:r>
              <a:rPr lang="en-US" altLang="zh-CN"/>
              <a:t>1-5-2  </a:t>
            </a:r>
            <a:r>
              <a:rPr lang="zh-CN" altLang="zh-CN"/>
              <a:t>正常通行模式信号灯时序</a:t>
            </a:r>
            <a:endParaRPr lang="zh-CN" altLang="zh-CN"/>
          </a:p>
        </p:txBody>
      </p:sp>
      <p:sp>
        <p:nvSpPr>
          <p:cNvPr id="5" name="矩形 4"/>
          <p:cNvSpPr/>
          <p:nvPr/>
        </p:nvSpPr>
        <p:spPr>
          <a:xfrm>
            <a:off x="445477" y="4970342"/>
            <a:ext cx="11125200" cy="1014730"/>
          </a:xfrm>
          <a:prstGeom prst="rect">
            <a:avLst/>
          </a:prstGeom>
        </p:spPr>
        <p:txBody>
          <a:bodyPr wrap="square">
            <a:spAutoFit/>
          </a:bodyPr>
          <a:lstStyle/>
          <a:p>
            <a:r>
              <a:rPr lang="zh-CN" altLang="en-US" sz="2000"/>
              <a:t>交通灯检测模式要求扩展为有序检测所有信号灯。正常通行模式的信号时序要精准，为节省调试时的观察时间，本任务中设定一个交通灯信号周期为</a:t>
            </a:r>
            <a:r>
              <a:rPr lang="en-US" altLang="zh-CN" sz="2000"/>
              <a:t>10s</a:t>
            </a:r>
            <a:r>
              <a:rPr lang="zh-CN" altLang="en-US" sz="2000"/>
              <a:t>（或</a:t>
            </a:r>
            <a:r>
              <a:rPr lang="zh-CN" altLang="en-US" sz="2000"/>
              <a:t>自定义），具体时序如图</a:t>
            </a:r>
            <a:r>
              <a:rPr lang="en-US" altLang="zh-CN" sz="2000"/>
              <a:t>1-5-2</a:t>
            </a:r>
            <a:r>
              <a:rPr lang="zh-CN" altLang="en-US" sz="2000"/>
              <a:t>所示。限行则还采用发出红灯长亮、绿灯长灭的信号。</a:t>
            </a:r>
            <a:endParaRPr lang="zh-CN" altLang="en-US" sz="2000"/>
          </a:p>
        </p:txBody>
      </p:sp>
      <p:pic>
        <p:nvPicPr>
          <p:cNvPr id="6" name="图片 5" descr="1-5-2"/>
          <p:cNvPicPr/>
          <p:nvPr/>
        </p:nvPicPr>
        <p:blipFill>
          <a:blip r:embed="rId1">
            <a:extLst>
              <a:ext uri="{28A0092B-C50C-407E-A947-70E740481C1C}">
                <a14:useLocalDpi xmlns:a14="http://schemas.microsoft.com/office/drawing/2010/main" val="0"/>
              </a:ext>
            </a:extLst>
          </a:blip>
          <a:srcRect/>
          <a:stretch>
            <a:fillRect/>
          </a:stretch>
        </p:blipFill>
        <p:spPr>
          <a:xfrm>
            <a:off x="3333090" y="1900430"/>
            <a:ext cx="5934002" cy="1990922"/>
          </a:xfrm>
          <a:prstGeom prst="rect">
            <a:avLst/>
          </a:prstGeom>
          <a:noFill/>
          <a:ln>
            <a:noFill/>
          </a:ln>
        </p:spPr>
      </p:pic>
      <p:sp>
        <p:nvSpPr>
          <p:cNvPr id="7" name="矩形 4"/>
          <p:cNvSpPr/>
          <p:nvPr/>
        </p:nvSpPr>
        <p:spPr>
          <a:xfrm>
            <a:off x="5279390" y="3260090"/>
            <a:ext cx="533400" cy="227330"/>
          </a:xfrm>
          <a:prstGeom prst="rect">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sp>
      <p:sp>
        <p:nvSpPr>
          <p:cNvPr id="8" name="矩形 5"/>
          <p:cNvSpPr/>
          <p:nvPr/>
        </p:nvSpPr>
        <p:spPr>
          <a:xfrm>
            <a:off x="6712585" y="3249930"/>
            <a:ext cx="523875" cy="227330"/>
          </a:xfrm>
          <a:prstGeom prst="rect">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sp>
      <p:sp>
        <p:nvSpPr>
          <p:cNvPr id="9" name="矩形 6"/>
          <p:cNvSpPr/>
          <p:nvPr/>
        </p:nvSpPr>
        <p:spPr>
          <a:xfrm>
            <a:off x="2380615" y="2372995"/>
            <a:ext cx="509270" cy="217170"/>
          </a:xfrm>
          <a:prstGeom prst="rect">
            <a:avLst/>
          </a:prstGeom>
          <a:solidFill>
            <a:schemeClr val="bg1"/>
          </a:solidFill>
          <a:ln>
            <a:noFill/>
          </a:ln>
        </p:spPr>
        <p:style>
          <a:lnRef idx="3">
            <a:schemeClr val="accent1"/>
          </a:lnRef>
          <a:fillRef idx="0">
            <a:srgbClr val="FFFFFF"/>
          </a:fillRef>
          <a:effectRef idx="0">
            <a:srgbClr val="FFFFFF"/>
          </a:effectRef>
          <a:fontRef idx="minor">
            <a:schemeClr val="tx1"/>
          </a:fontRef>
        </p:style>
      </p:sp>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4597400" y="2139950"/>
              <a:ext cx="311150" cy="25400"/>
            </p14:xfrm>
          </p:contentPart>
        </mc:Choice>
        <mc:Fallback xmlns="">
          <p:pic>
            <p:nvPicPr>
              <p:cNvPr id="2" name="墨迹 1"/>
            </p:nvPicPr>
            <p:blipFill>
              <a:blip r:embed="rId3"/>
            </p:blipFill>
            <p:spPr>
              <a:xfrm>
                <a:off x="4597400" y="2139950"/>
                <a:ext cx="311150" cy="254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4533900" y="2647950"/>
              <a:ext cx="63500" cy="298450"/>
            </p14:xfrm>
          </p:contentPart>
        </mc:Choice>
        <mc:Fallback xmlns="">
          <p:pic>
            <p:nvPicPr>
              <p:cNvPr id="4" name="墨迹 3"/>
            </p:nvPicPr>
            <p:blipFill>
              <a:blip r:embed="rId5"/>
            </p:blipFill>
            <p:spPr>
              <a:xfrm>
                <a:off x="4533900" y="2647950"/>
                <a:ext cx="63500" cy="2984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0" name="墨迹 9"/>
              <p14:cNvContentPartPr/>
              <p14:nvPr/>
            </p14:nvContentPartPr>
            <p14:xfrm>
              <a:off x="4648200" y="2755900"/>
              <a:ext cx="101600" cy="184150"/>
            </p14:xfrm>
          </p:contentPart>
        </mc:Choice>
        <mc:Fallback xmlns="">
          <p:pic>
            <p:nvPicPr>
              <p:cNvPr id="10" name="墨迹 9"/>
            </p:nvPicPr>
            <p:blipFill>
              <a:blip r:embed="rId7"/>
            </p:blipFill>
            <p:spPr>
              <a:xfrm>
                <a:off x="4648200" y="2755900"/>
                <a:ext cx="101600" cy="1841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1" name="墨迹 10"/>
              <p14:cNvContentPartPr/>
              <p14:nvPr/>
            </p14:nvContentPartPr>
            <p14:xfrm>
              <a:off x="4476750" y="3092450"/>
              <a:ext cx="133350" cy="196850"/>
            </p14:xfrm>
          </p:contentPart>
        </mc:Choice>
        <mc:Fallback xmlns="">
          <p:pic>
            <p:nvPicPr>
              <p:cNvPr id="11" name="墨迹 10"/>
            </p:nvPicPr>
            <p:blipFill>
              <a:blip r:embed="rId9"/>
            </p:blipFill>
            <p:spPr>
              <a:xfrm>
                <a:off x="4476750" y="3092450"/>
                <a:ext cx="133350" cy="1968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 name="墨迹 11"/>
              <p14:cNvContentPartPr/>
              <p14:nvPr/>
            </p14:nvContentPartPr>
            <p14:xfrm>
              <a:off x="4572000" y="3124200"/>
              <a:ext cx="107950" cy="19050"/>
            </p14:xfrm>
          </p:contentPart>
        </mc:Choice>
        <mc:Fallback xmlns="">
          <p:pic>
            <p:nvPicPr>
              <p:cNvPr id="12" name="墨迹 11"/>
            </p:nvPicPr>
            <p:blipFill>
              <a:blip r:embed="rId11"/>
            </p:blipFill>
            <p:spPr>
              <a:xfrm>
                <a:off x="4572000" y="3124200"/>
                <a:ext cx="107950" cy="190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3" name="墨迹 12"/>
              <p14:cNvContentPartPr/>
              <p14:nvPr/>
            </p14:nvContentPartPr>
            <p14:xfrm>
              <a:off x="4686300" y="3124200"/>
              <a:ext cx="82550" cy="165100"/>
            </p14:xfrm>
          </p:contentPart>
        </mc:Choice>
        <mc:Fallback xmlns="">
          <p:pic>
            <p:nvPicPr>
              <p:cNvPr id="13" name="墨迹 12"/>
            </p:nvPicPr>
            <p:blipFill>
              <a:blip r:embed="rId13"/>
            </p:blipFill>
            <p:spPr>
              <a:xfrm>
                <a:off x="4686300" y="3124200"/>
                <a:ext cx="82550" cy="1651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4" name="墨迹 13"/>
              <p14:cNvContentPartPr/>
              <p14:nvPr/>
            </p14:nvContentPartPr>
            <p14:xfrm>
              <a:off x="6623050" y="5613400"/>
              <a:ext cx="965200" cy="114300"/>
            </p14:xfrm>
          </p:contentPart>
        </mc:Choice>
        <mc:Fallback xmlns="">
          <p:pic>
            <p:nvPicPr>
              <p:cNvPr id="14" name="墨迹 13"/>
            </p:nvPicPr>
            <p:blipFill>
              <a:blip r:embed="rId15"/>
            </p:blipFill>
            <p:spPr>
              <a:xfrm>
                <a:off x="6623050" y="5613400"/>
                <a:ext cx="965200" cy="114300"/>
              </a:xfrm>
              <a:prstGeom prst="rect"/>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96828" y="1007373"/>
            <a:ext cx="3956532" cy="523220"/>
          </a:xfrm>
          <a:prstGeom prst="rect">
            <a:avLst/>
          </a:prstGeom>
        </p:spPr>
        <p:txBody>
          <a:bodyPr wrap="none">
            <a:spAutoFit/>
          </a:bodyPr>
          <a:lstStyle/>
          <a:p>
            <a:r>
              <a:rPr lang="en-US" altLang="zh-CN" sz="2800" b="1"/>
              <a:t>2. </a:t>
            </a:r>
            <a:r>
              <a:rPr lang="zh-CN" altLang="en-US" sz="2800" b="1"/>
              <a:t>系统体系及功能整合</a:t>
            </a:r>
            <a:endParaRPr lang="zh-CN" altLang="en-US" sz="2800" b="1"/>
          </a:p>
        </p:txBody>
      </p:sp>
      <p:pic>
        <p:nvPicPr>
          <p:cNvPr id="7" name="图片 6"/>
          <p:cNvPicPr/>
          <p:nvPr/>
        </p:nvPicPr>
        <p:blipFill>
          <a:blip r:embed="rId1">
            <a:extLst>
              <a:ext uri="{28A0092B-C50C-407E-A947-70E740481C1C}">
                <a14:useLocalDpi xmlns:a14="http://schemas.microsoft.com/office/drawing/2010/main" val="0"/>
              </a:ext>
            </a:extLst>
          </a:blip>
          <a:stretch>
            <a:fillRect/>
          </a:stretch>
        </p:blipFill>
        <p:spPr>
          <a:xfrm>
            <a:off x="3200400" y="1899925"/>
            <a:ext cx="6998677" cy="2640099"/>
          </a:xfrm>
          <a:prstGeom prst="rect">
            <a:avLst/>
          </a:prstGeom>
        </p:spPr>
      </p:pic>
      <p:sp>
        <p:nvSpPr>
          <p:cNvPr id="2" name="矩形 1"/>
          <p:cNvSpPr/>
          <p:nvPr/>
        </p:nvSpPr>
        <p:spPr>
          <a:xfrm>
            <a:off x="5145466" y="4560631"/>
            <a:ext cx="3108543" cy="369332"/>
          </a:xfrm>
          <a:prstGeom prst="rect">
            <a:avLst/>
          </a:prstGeom>
        </p:spPr>
        <p:txBody>
          <a:bodyPr wrap="none">
            <a:spAutoFit/>
          </a:bodyPr>
          <a:lstStyle/>
          <a:p>
            <a:pPr algn="ctr">
              <a:spcAft>
                <a:spcPts val="240"/>
              </a:spcAft>
            </a:pPr>
            <a:r>
              <a:rPr lang="zh-CN" altLang="zh-CN" kern="100">
                <a:latin typeface="Times New Roman" panose="02020603050405020304" pitchFamily="18" charset="0"/>
                <a:ea typeface="宋体" panose="02010600030101010101" pitchFamily="2" charset="-122"/>
              </a:rPr>
              <a:t>图</a:t>
            </a:r>
            <a:r>
              <a:rPr lang="en-US" altLang="zh-CN" kern="100">
                <a:latin typeface="Times New Roman" panose="02020603050405020304" pitchFamily="18" charset="0"/>
                <a:ea typeface="宋体" panose="02010600030101010101" pitchFamily="2" charset="-122"/>
              </a:rPr>
              <a:t>1-5-3  </a:t>
            </a:r>
            <a:r>
              <a:rPr lang="zh-CN" altLang="zh-CN" kern="100">
                <a:latin typeface="Times New Roman" panose="02020603050405020304" pitchFamily="18" charset="0"/>
                <a:ea typeface="宋体" panose="02010600030101010101" pitchFamily="2" charset="-122"/>
              </a:rPr>
              <a:t>模拟交通灯工作流程</a:t>
            </a:r>
            <a:endParaRPr lang="zh-CN" altLang="zh-CN" kern="100">
              <a:effectLst/>
              <a:latin typeface="Times New Roman" panose="02020603050405020304" pitchFamily="18" charset="0"/>
              <a:ea typeface="宋体" panose="02010600030101010101" pitchFamily="2" charset="-122"/>
            </a:endParaRPr>
          </a:p>
        </p:txBody>
      </p:sp>
      <p:sp>
        <p:nvSpPr>
          <p:cNvPr id="4" name="矩形 3"/>
          <p:cNvSpPr/>
          <p:nvPr/>
        </p:nvSpPr>
        <p:spPr>
          <a:xfrm>
            <a:off x="1002336" y="5073773"/>
            <a:ext cx="10386640" cy="707886"/>
          </a:xfrm>
          <a:prstGeom prst="rect">
            <a:avLst/>
          </a:prstGeom>
        </p:spPr>
        <p:txBody>
          <a:bodyPr wrap="square">
            <a:spAutoFit/>
          </a:bodyPr>
          <a:lstStyle/>
          <a:p>
            <a:r>
              <a:rPr lang="zh-CN" altLang="zh-CN" sz="2000" kern="100">
                <a:latin typeface="Times New Roman" panose="02020603050405020304" pitchFamily="18" charset="0"/>
                <a:ea typeface="宋体" panose="02010600030101010101" pitchFamily="2" charset="-122"/>
                <a:cs typeface="Times New Roman" panose="02020603050405020304" pitchFamily="18" charset="0"/>
              </a:rPr>
              <a:t>系统支持交通灯模块在本地通过按键</a:t>
            </a:r>
            <a:r>
              <a:rPr lang="en-US" altLang="zh-CN" sz="2000" kern="100">
                <a:latin typeface="Times New Roman" panose="02020603050405020304" pitchFamily="18" charset="0"/>
                <a:ea typeface="宋体" panose="02010600030101010101" pitchFamily="2" charset="-122"/>
              </a:rPr>
              <a:t>SW1</a:t>
            </a:r>
            <a:r>
              <a:rPr lang="zh-CN" altLang="zh-CN" sz="2000" kern="100">
                <a:latin typeface="Times New Roman" panose="02020603050405020304" pitchFamily="18" charset="0"/>
                <a:ea typeface="宋体" panose="02010600030101010101" pitchFamily="2" charset="-122"/>
                <a:cs typeface="Times New Roman" panose="02020603050405020304" pitchFamily="18" charset="0"/>
              </a:rPr>
              <a:t>紧急操控系统在正常指挥模式和限行模式间切换，也支持上位机下发指令控制交通灯模块在正常指挥和限行模式间迅速切换。</a:t>
            </a:r>
            <a:endParaRPr lang="zh-CN" altLang="en-US" sz="2000"/>
          </a:p>
        </p:txBody>
      </p:sp>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3162300" y="3702050"/>
              <a:ext cx="679450" cy="50800"/>
            </p14:xfrm>
          </p:contentPart>
        </mc:Choice>
        <mc:Fallback xmlns="">
          <p:pic>
            <p:nvPicPr>
              <p:cNvPr id="3" name="墨迹 2"/>
            </p:nvPicPr>
            <p:blipFill>
              <a:blip r:embed="rId3"/>
            </p:blipFill>
            <p:spPr>
              <a:xfrm>
                <a:off x="3162300" y="3702050"/>
                <a:ext cx="679450" cy="5080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3206750" y="3956050"/>
              <a:ext cx="177800" cy="285750"/>
            </p14:xfrm>
          </p:contentPart>
        </mc:Choice>
        <mc:Fallback xmlns="">
          <p:pic>
            <p:nvPicPr>
              <p:cNvPr id="5" name="墨迹 4"/>
            </p:nvPicPr>
            <p:blipFill>
              <a:blip r:embed="rId5"/>
            </p:blipFill>
            <p:spPr>
              <a:xfrm>
                <a:off x="3206750" y="3956050"/>
                <a:ext cx="177800" cy="2857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3365500" y="4057650"/>
              <a:ext cx="177800" cy="165100"/>
            </p14:xfrm>
          </p:contentPart>
        </mc:Choice>
        <mc:Fallback xmlns="">
          <p:pic>
            <p:nvPicPr>
              <p:cNvPr id="6" name="墨迹 5"/>
            </p:nvPicPr>
            <p:blipFill>
              <a:blip r:embed="rId7"/>
            </p:blipFill>
            <p:spPr>
              <a:xfrm>
                <a:off x="3365500" y="4057650"/>
                <a:ext cx="177800" cy="1651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8" name="墨迹 7"/>
              <p14:cNvContentPartPr/>
              <p14:nvPr/>
            </p14:nvContentPartPr>
            <p14:xfrm>
              <a:off x="3568700" y="4032250"/>
              <a:ext cx="152400" cy="222250"/>
            </p14:xfrm>
          </p:contentPart>
        </mc:Choice>
        <mc:Fallback xmlns="">
          <p:pic>
            <p:nvPicPr>
              <p:cNvPr id="8" name="墨迹 7"/>
            </p:nvPicPr>
            <p:blipFill>
              <a:blip r:embed="rId9"/>
            </p:blipFill>
            <p:spPr>
              <a:xfrm>
                <a:off x="3568700" y="4032250"/>
                <a:ext cx="152400" cy="2222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9" name="墨迹 8"/>
              <p14:cNvContentPartPr/>
              <p14:nvPr/>
            </p14:nvContentPartPr>
            <p14:xfrm>
              <a:off x="3695700" y="4095750"/>
              <a:ext cx="203200" cy="158750"/>
            </p14:xfrm>
          </p:contentPart>
        </mc:Choice>
        <mc:Fallback xmlns="">
          <p:pic>
            <p:nvPicPr>
              <p:cNvPr id="9" name="墨迹 8"/>
            </p:nvPicPr>
            <p:blipFill>
              <a:blip r:embed="rId11"/>
            </p:blipFill>
            <p:spPr>
              <a:xfrm>
                <a:off x="3695700" y="4095750"/>
                <a:ext cx="203200" cy="1587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4019550" y="4019550"/>
              <a:ext cx="82550" cy="228600"/>
            </p14:xfrm>
          </p:contentPart>
        </mc:Choice>
        <mc:Fallback xmlns="">
          <p:pic>
            <p:nvPicPr>
              <p:cNvPr id="10" name="墨迹 9"/>
            </p:nvPicPr>
            <p:blipFill>
              <a:blip r:embed="rId13"/>
            </p:blipFill>
            <p:spPr>
              <a:xfrm>
                <a:off x="4019550" y="4019550"/>
                <a:ext cx="82550" cy="2286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1" name="墨迹 10"/>
              <p14:cNvContentPartPr/>
              <p14:nvPr/>
            </p14:nvContentPartPr>
            <p14:xfrm>
              <a:off x="3962400" y="4121150"/>
              <a:ext cx="184150" cy="6350"/>
            </p14:xfrm>
          </p:contentPart>
        </mc:Choice>
        <mc:Fallback xmlns="">
          <p:pic>
            <p:nvPicPr>
              <p:cNvPr id="11" name="墨迹 10"/>
            </p:nvPicPr>
            <p:blipFill>
              <a:blip r:embed="rId15"/>
            </p:blipFill>
            <p:spPr>
              <a:xfrm>
                <a:off x="3962400" y="4121150"/>
                <a:ext cx="184150" cy="6350"/>
              </a:xfrm>
              <a:prstGeom prst="rect"/>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96828" y="1007373"/>
            <a:ext cx="3956532" cy="523220"/>
          </a:xfrm>
          <a:prstGeom prst="rect">
            <a:avLst/>
          </a:prstGeom>
        </p:spPr>
        <p:txBody>
          <a:bodyPr wrap="none">
            <a:spAutoFit/>
          </a:bodyPr>
          <a:lstStyle/>
          <a:p>
            <a:r>
              <a:rPr lang="en-US" altLang="zh-CN" sz="2800" b="1"/>
              <a:t>2. </a:t>
            </a:r>
            <a:r>
              <a:rPr lang="zh-CN" altLang="en-US" sz="2800" b="1"/>
              <a:t>系统体系及功能整合</a:t>
            </a:r>
            <a:endParaRPr lang="zh-CN" altLang="en-US" sz="2800" b="1"/>
          </a:p>
        </p:txBody>
      </p:sp>
      <p:sp>
        <p:nvSpPr>
          <p:cNvPr id="3" name="矩形 2"/>
          <p:cNvSpPr/>
          <p:nvPr/>
        </p:nvSpPr>
        <p:spPr>
          <a:xfrm>
            <a:off x="1198873" y="1676879"/>
            <a:ext cx="9542584" cy="4523105"/>
          </a:xfrm>
          <a:prstGeom prst="rect">
            <a:avLst/>
          </a:prstGeom>
        </p:spPr>
        <p:txBody>
          <a:bodyPr wrap="square">
            <a:spAutoFit/>
          </a:bodyPr>
          <a:lstStyle/>
          <a:p>
            <a:pPr>
              <a:lnSpc>
                <a:spcPct val="150000"/>
              </a:lnSpc>
            </a:pPr>
            <a:r>
              <a:rPr lang="en-US" altLang="zh-CN" sz="2400" dirty="0">
                <a:latin typeface="+mj-ea"/>
                <a:ea typeface="+mj-ea"/>
              </a:rPr>
              <a:t>    </a:t>
            </a:r>
            <a:r>
              <a:rPr lang="zh-CN" altLang="en-US" sz="2400" dirty="0">
                <a:latin typeface="+mj-ea"/>
                <a:ea typeface="+mj-ea"/>
              </a:rPr>
              <a:t>任务需优化，多个模块的GPIO I/O端口配置、使用和功能实现等有待整合。按键控制交通灯模式切换、定时器精准控制时序和应用上位机下发指令控制交通灯模式切换等多处的中断处理整合，甚至像定时中断控制的交通灯正常工作状态中支持串口指令、按键紧急管控三路中断源优先级的设置等成为这些都在智能交通灯综合项目实现中需要逐一解决。</a:t>
            </a:r>
            <a:endParaRPr lang="zh-CN" altLang="en-US" sz="2400" dirty="0">
              <a:latin typeface="+mj-ea"/>
              <a:ea typeface="+mj-ea"/>
            </a:endParaRPr>
          </a:p>
          <a:p>
            <a:pPr>
              <a:lnSpc>
                <a:spcPct val="150000"/>
              </a:lnSpc>
            </a:pPr>
            <a:r>
              <a:rPr lang="en-US" altLang="zh-CN" sz="2400" dirty="0">
                <a:latin typeface="+mj-ea"/>
                <a:ea typeface="+mj-ea"/>
              </a:rPr>
              <a:t>   </a:t>
            </a:r>
            <a:r>
              <a:rPr lang="zh-CN" altLang="en-US" sz="2400" dirty="0">
                <a:latin typeface="+mj-ea"/>
                <a:ea typeface="+mj-ea"/>
              </a:rPr>
              <a:t>为降代系统的复杂性，使得程序逻辑清晰，任务实现时采用模块化的思想将程序分解成多个函数封装实现。</a:t>
            </a:r>
            <a:endParaRPr lang="zh-CN" altLang="en-US" sz="2400" dirty="0">
              <a:latin typeface="+mj-ea"/>
              <a:ea typeface="+mj-ea"/>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511550" y="2254250"/>
              <a:ext cx="3917950" cy="82550"/>
            </p14:xfrm>
          </p:contentPart>
        </mc:Choice>
        <mc:Fallback xmlns="">
          <p:pic>
            <p:nvPicPr>
              <p:cNvPr id="2" name="墨迹 1"/>
            </p:nvPicPr>
            <p:blipFill>
              <a:blip r:embed="rId2"/>
            </p:blipFill>
            <p:spPr>
              <a:xfrm>
                <a:off x="3511550" y="2254250"/>
                <a:ext cx="3917950" cy="825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5473700" y="654050"/>
              <a:ext cx="234950" cy="254000"/>
            </p14:xfrm>
          </p:contentPart>
        </mc:Choice>
        <mc:Fallback xmlns="">
          <p:pic>
            <p:nvPicPr>
              <p:cNvPr id="4" name="墨迹 3"/>
            </p:nvPicPr>
            <p:blipFill>
              <a:blip r:embed="rId4"/>
            </p:blipFill>
            <p:spPr>
              <a:xfrm>
                <a:off x="5473700" y="654050"/>
                <a:ext cx="234950" cy="254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5600700" y="692150"/>
              <a:ext cx="31750" cy="177800"/>
            </p14:xfrm>
          </p:contentPart>
        </mc:Choice>
        <mc:Fallback xmlns="">
          <p:pic>
            <p:nvPicPr>
              <p:cNvPr id="5" name="墨迹 4"/>
            </p:nvPicPr>
            <p:blipFill>
              <a:blip r:embed="rId6"/>
            </p:blipFill>
            <p:spPr>
              <a:xfrm>
                <a:off x="5600700" y="692150"/>
                <a:ext cx="31750" cy="177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5930900" y="596900"/>
              <a:ext cx="127000" cy="165100"/>
            </p14:xfrm>
          </p:contentPart>
        </mc:Choice>
        <mc:Fallback xmlns="">
          <p:pic>
            <p:nvPicPr>
              <p:cNvPr id="6" name="墨迹 5"/>
            </p:nvPicPr>
            <p:blipFill>
              <a:blip r:embed="rId8"/>
            </p:blipFill>
            <p:spPr>
              <a:xfrm>
                <a:off x="5930900" y="596900"/>
                <a:ext cx="127000" cy="1651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5892800" y="539750"/>
              <a:ext cx="57150" cy="520700"/>
            </p14:xfrm>
          </p:contentPart>
        </mc:Choice>
        <mc:Fallback xmlns="">
          <p:pic>
            <p:nvPicPr>
              <p:cNvPr id="7" name="墨迹 6"/>
            </p:nvPicPr>
            <p:blipFill>
              <a:blip r:embed="rId10"/>
            </p:blipFill>
            <p:spPr>
              <a:xfrm>
                <a:off x="5892800" y="539750"/>
                <a:ext cx="57150" cy="5207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6038850" y="812800"/>
              <a:ext cx="120650" cy="177800"/>
            </p14:xfrm>
          </p:contentPart>
        </mc:Choice>
        <mc:Fallback xmlns="">
          <p:pic>
            <p:nvPicPr>
              <p:cNvPr id="8" name="墨迹 7"/>
            </p:nvPicPr>
            <p:blipFill>
              <a:blip r:embed="rId12"/>
            </p:blipFill>
            <p:spPr>
              <a:xfrm>
                <a:off x="6038850" y="812800"/>
                <a:ext cx="120650" cy="1778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6254750" y="920750"/>
              <a:ext cx="38100" cy="12700"/>
            </p14:xfrm>
          </p:contentPart>
        </mc:Choice>
        <mc:Fallback xmlns="">
          <p:pic>
            <p:nvPicPr>
              <p:cNvPr id="9" name="墨迹 8"/>
            </p:nvPicPr>
            <p:blipFill>
              <a:blip r:embed="rId14"/>
            </p:blipFill>
            <p:spPr>
              <a:xfrm>
                <a:off x="6254750" y="920750"/>
                <a:ext cx="38100" cy="127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6324600" y="781050"/>
              <a:ext cx="76200" cy="298450"/>
            </p14:xfrm>
          </p:contentPart>
        </mc:Choice>
        <mc:Fallback xmlns="">
          <p:pic>
            <p:nvPicPr>
              <p:cNvPr id="10" name="墨迹 9"/>
            </p:nvPicPr>
            <p:blipFill>
              <a:blip r:embed="rId16"/>
            </p:blipFill>
            <p:spPr>
              <a:xfrm>
                <a:off x="6324600" y="781050"/>
                <a:ext cx="76200" cy="2984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5511800" y="1263650"/>
              <a:ext cx="158750" cy="152400"/>
            </p14:xfrm>
          </p:contentPart>
        </mc:Choice>
        <mc:Fallback xmlns="">
          <p:pic>
            <p:nvPicPr>
              <p:cNvPr id="11" name="墨迹 10"/>
            </p:nvPicPr>
            <p:blipFill>
              <a:blip r:embed="rId18"/>
            </p:blipFill>
            <p:spPr>
              <a:xfrm>
                <a:off x="5511800" y="1263650"/>
                <a:ext cx="158750" cy="1524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5372100" y="1130300"/>
              <a:ext cx="381000" cy="438150"/>
            </p14:xfrm>
          </p:contentPart>
        </mc:Choice>
        <mc:Fallback xmlns="">
          <p:pic>
            <p:nvPicPr>
              <p:cNvPr id="12" name="墨迹 11"/>
            </p:nvPicPr>
            <p:blipFill>
              <a:blip r:embed="rId20"/>
            </p:blipFill>
            <p:spPr>
              <a:xfrm>
                <a:off x="5372100" y="1130300"/>
                <a:ext cx="381000" cy="4381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5829300" y="1187450"/>
              <a:ext cx="165100" cy="165100"/>
            </p14:xfrm>
          </p:contentPart>
        </mc:Choice>
        <mc:Fallback xmlns="">
          <p:pic>
            <p:nvPicPr>
              <p:cNvPr id="13" name="墨迹 12"/>
            </p:nvPicPr>
            <p:blipFill>
              <a:blip r:embed="rId22"/>
            </p:blipFill>
            <p:spPr>
              <a:xfrm>
                <a:off x="5829300" y="1187450"/>
                <a:ext cx="165100" cy="1651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5797550" y="1212850"/>
              <a:ext cx="76200" cy="476250"/>
            </p14:xfrm>
          </p:contentPart>
        </mc:Choice>
        <mc:Fallback xmlns="">
          <p:pic>
            <p:nvPicPr>
              <p:cNvPr id="14" name="墨迹 13"/>
            </p:nvPicPr>
            <p:blipFill>
              <a:blip r:embed="rId24"/>
            </p:blipFill>
            <p:spPr>
              <a:xfrm>
                <a:off x="5797550" y="1212850"/>
                <a:ext cx="76200" cy="4762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5956300" y="1384300"/>
              <a:ext cx="12700" cy="222250"/>
            </p14:xfrm>
          </p:contentPart>
        </mc:Choice>
        <mc:Fallback xmlns="">
          <p:pic>
            <p:nvPicPr>
              <p:cNvPr id="16" name="墨迹 15"/>
            </p:nvPicPr>
            <p:blipFill>
              <a:blip r:embed="rId26"/>
            </p:blipFill>
            <p:spPr>
              <a:xfrm>
                <a:off x="5956300" y="1384300"/>
                <a:ext cx="12700" cy="2222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6045200" y="1447800"/>
              <a:ext cx="25400" cy="50800"/>
            </p14:xfrm>
          </p:contentPart>
        </mc:Choice>
        <mc:Fallback xmlns="">
          <p:pic>
            <p:nvPicPr>
              <p:cNvPr id="17" name="墨迹 16"/>
            </p:nvPicPr>
            <p:blipFill>
              <a:blip r:embed="rId28"/>
            </p:blipFill>
            <p:spPr>
              <a:xfrm>
                <a:off x="6045200" y="1447800"/>
                <a:ext cx="25400" cy="508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6127750" y="1384300"/>
              <a:ext cx="95250" cy="146050"/>
            </p14:xfrm>
          </p:contentPart>
        </mc:Choice>
        <mc:Fallback xmlns="">
          <p:pic>
            <p:nvPicPr>
              <p:cNvPr id="18" name="墨迹 17"/>
            </p:nvPicPr>
            <p:blipFill>
              <a:blip r:embed="rId30"/>
            </p:blipFill>
            <p:spPr>
              <a:xfrm>
                <a:off x="6127750" y="1384300"/>
                <a:ext cx="95250" cy="1460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6388100" y="1225550"/>
              <a:ext cx="152400" cy="209550"/>
            </p14:xfrm>
          </p:contentPart>
        </mc:Choice>
        <mc:Fallback xmlns="">
          <p:pic>
            <p:nvPicPr>
              <p:cNvPr id="19" name="墨迹 18"/>
            </p:nvPicPr>
            <p:blipFill>
              <a:blip r:embed="rId32"/>
            </p:blipFill>
            <p:spPr>
              <a:xfrm>
                <a:off x="6388100" y="1225550"/>
                <a:ext cx="152400" cy="2095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6318250" y="1263650"/>
              <a:ext cx="171450" cy="558800"/>
            </p14:xfrm>
          </p:contentPart>
        </mc:Choice>
        <mc:Fallback xmlns="">
          <p:pic>
            <p:nvPicPr>
              <p:cNvPr id="20" name="墨迹 19"/>
            </p:nvPicPr>
            <p:blipFill>
              <a:blip r:embed="rId34"/>
            </p:blipFill>
            <p:spPr>
              <a:xfrm>
                <a:off x="6318250" y="1263650"/>
                <a:ext cx="171450" cy="5588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6464300" y="1498600"/>
              <a:ext cx="31750" cy="190500"/>
            </p14:xfrm>
          </p:contentPart>
        </mc:Choice>
        <mc:Fallback xmlns="">
          <p:pic>
            <p:nvPicPr>
              <p:cNvPr id="21" name="墨迹 20"/>
            </p:nvPicPr>
            <p:blipFill>
              <a:blip r:embed="rId36"/>
            </p:blipFill>
            <p:spPr>
              <a:xfrm>
                <a:off x="6464300" y="1498600"/>
                <a:ext cx="31750" cy="19050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2" name="墨迹 21"/>
              <p14:cNvContentPartPr/>
              <p14:nvPr/>
            </p14:nvContentPartPr>
            <p14:xfrm>
              <a:off x="6540500" y="1619250"/>
              <a:ext cx="19050" cy="12700"/>
            </p14:xfrm>
          </p:contentPart>
        </mc:Choice>
        <mc:Fallback xmlns="">
          <p:pic>
            <p:nvPicPr>
              <p:cNvPr id="22" name="墨迹 21"/>
            </p:nvPicPr>
            <p:blipFill>
              <a:blip r:embed="rId38"/>
            </p:blipFill>
            <p:spPr>
              <a:xfrm>
                <a:off x="6540500" y="1619250"/>
                <a:ext cx="19050" cy="127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3" name="墨迹 22"/>
              <p14:cNvContentPartPr/>
              <p14:nvPr/>
            </p14:nvContentPartPr>
            <p14:xfrm>
              <a:off x="6616700" y="1454150"/>
              <a:ext cx="19050" cy="247650"/>
            </p14:xfrm>
          </p:contentPart>
        </mc:Choice>
        <mc:Fallback xmlns="">
          <p:pic>
            <p:nvPicPr>
              <p:cNvPr id="23" name="墨迹 22"/>
            </p:nvPicPr>
            <p:blipFill>
              <a:blip r:embed="rId40"/>
            </p:blipFill>
            <p:spPr>
              <a:xfrm>
                <a:off x="6616700" y="1454150"/>
                <a:ext cx="19050" cy="24765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4" name="墨迹 23"/>
              <p14:cNvContentPartPr/>
              <p14:nvPr/>
            </p14:nvContentPartPr>
            <p14:xfrm>
              <a:off x="6737350" y="1231900"/>
              <a:ext cx="152400" cy="247650"/>
            </p14:xfrm>
          </p:contentPart>
        </mc:Choice>
        <mc:Fallback xmlns="">
          <p:pic>
            <p:nvPicPr>
              <p:cNvPr id="24" name="墨迹 23"/>
            </p:nvPicPr>
            <p:blipFill>
              <a:blip r:embed="rId42"/>
            </p:blipFill>
            <p:spPr>
              <a:xfrm>
                <a:off x="6737350" y="1231900"/>
                <a:ext cx="152400" cy="24765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5" name="墨迹 24"/>
              <p14:cNvContentPartPr/>
              <p14:nvPr/>
            </p14:nvContentPartPr>
            <p14:xfrm>
              <a:off x="6775450" y="1327150"/>
              <a:ext cx="88900" cy="444500"/>
            </p14:xfrm>
          </p:contentPart>
        </mc:Choice>
        <mc:Fallback xmlns="">
          <p:pic>
            <p:nvPicPr>
              <p:cNvPr id="25" name="墨迹 24"/>
            </p:nvPicPr>
            <p:blipFill>
              <a:blip r:embed="rId44"/>
            </p:blipFill>
            <p:spPr>
              <a:xfrm>
                <a:off x="6775450" y="1327150"/>
                <a:ext cx="88900" cy="44450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6" name="墨迹 25"/>
              <p14:cNvContentPartPr/>
              <p14:nvPr/>
            </p14:nvContentPartPr>
            <p14:xfrm>
              <a:off x="6750050" y="1289050"/>
              <a:ext cx="25400" cy="444500"/>
            </p14:xfrm>
          </p:contentPart>
        </mc:Choice>
        <mc:Fallback xmlns="">
          <p:pic>
            <p:nvPicPr>
              <p:cNvPr id="26" name="墨迹 25"/>
            </p:nvPicPr>
            <p:blipFill>
              <a:blip r:embed="rId46"/>
            </p:blipFill>
            <p:spPr>
              <a:xfrm>
                <a:off x="6750050" y="1289050"/>
                <a:ext cx="25400" cy="44450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27" name="墨迹 26"/>
              <p14:cNvContentPartPr/>
              <p14:nvPr/>
            </p14:nvContentPartPr>
            <p14:xfrm>
              <a:off x="6902450" y="1447800"/>
              <a:ext cx="38100" cy="209550"/>
            </p14:xfrm>
          </p:contentPart>
        </mc:Choice>
        <mc:Fallback xmlns="">
          <p:pic>
            <p:nvPicPr>
              <p:cNvPr id="27" name="墨迹 26"/>
            </p:nvPicPr>
            <p:blipFill>
              <a:blip r:embed="rId48"/>
            </p:blipFill>
            <p:spPr>
              <a:xfrm>
                <a:off x="6902450" y="1447800"/>
                <a:ext cx="38100" cy="2095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28" name="墨迹 27"/>
              <p14:cNvContentPartPr/>
              <p14:nvPr/>
            </p14:nvContentPartPr>
            <p14:xfrm>
              <a:off x="6978650" y="1562100"/>
              <a:ext cx="12700" cy="44450"/>
            </p14:xfrm>
          </p:contentPart>
        </mc:Choice>
        <mc:Fallback xmlns="">
          <p:pic>
            <p:nvPicPr>
              <p:cNvPr id="28" name="墨迹 27"/>
            </p:nvPicPr>
            <p:blipFill>
              <a:blip r:embed="rId50"/>
            </p:blipFill>
            <p:spPr>
              <a:xfrm>
                <a:off x="6978650" y="1562100"/>
                <a:ext cx="12700" cy="4445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29" name="墨迹 28"/>
              <p14:cNvContentPartPr/>
              <p14:nvPr/>
            </p14:nvContentPartPr>
            <p14:xfrm>
              <a:off x="7010400" y="1530350"/>
              <a:ext cx="273050" cy="120650"/>
            </p14:xfrm>
          </p:contentPart>
        </mc:Choice>
        <mc:Fallback xmlns="">
          <p:pic>
            <p:nvPicPr>
              <p:cNvPr id="29" name="墨迹 28"/>
            </p:nvPicPr>
            <p:blipFill>
              <a:blip r:embed="rId52"/>
            </p:blipFill>
            <p:spPr>
              <a:xfrm>
                <a:off x="7010400" y="1530350"/>
                <a:ext cx="273050" cy="12065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0" name="墨迹 29"/>
              <p14:cNvContentPartPr/>
              <p14:nvPr/>
            </p14:nvContentPartPr>
            <p14:xfrm>
              <a:off x="7124700" y="1409700"/>
              <a:ext cx="38100" cy="425450"/>
            </p14:xfrm>
          </p:contentPart>
        </mc:Choice>
        <mc:Fallback xmlns="">
          <p:pic>
            <p:nvPicPr>
              <p:cNvPr id="30" name="墨迹 29"/>
            </p:nvPicPr>
            <p:blipFill>
              <a:blip r:embed="rId54"/>
            </p:blipFill>
            <p:spPr>
              <a:xfrm>
                <a:off x="7124700" y="1409700"/>
                <a:ext cx="38100" cy="425450"/>
              </a:xfrm>
              <a:prstGeom prst="rect"/>
            </p:spPr>
          </p:pic>
        </mc:Fallback>
      </mc:AlternateContent>
      <mc:AlternateContent xmlns:mc="http://schemas.openxmlformats.org/markup-compatibility/2006" xmlns:p14="http://schemas.microsoft.com/office/powerpoint/2010/main">
        <mc:Choice Requires="p14">
          <p:contentPart r:id="rId55" p14:bwMode="auto">
            <p14:nvContentPartPr>
              <p14:cNvPr id="31" name="墨迹 30"/>
              <p14:cNvContentPartPr/>
              <p14:nvPr/>
            </p14:nvContentPartPr>
            <p14:xfrm>
              <a:off x="8153400" y="1123950"/>
              <a:ext cx="88900" cy="520700"/>
            </p14:xfrm>
          </p:contentPart>
        </mc:Choice>
        <mc:Fallback xmlns="">
          <p:pic>
            <p:nvPicPr>
              <p:cNvPr id="31" name="墨迹 30"/>
            </p:nvPicPr>
            <p:blipFill>
              <a:blip r:embed="rId56"/>
            </p:blipFill>
            <p:spPr>
              <a:xfrm>
                <a:off x="8153400" y="1123950"/>
                <a:ext cx="88900" cy="520700"/>
              </a:xfrm>
              <a:prstGeom prst="rect"/>
            </p:spPr>
          </p:pic>
        </mc:Fallback>
      </mc:AlternateContent>
      <mc:AlternateContent xmlns:mc="http://schemas.openxmlformats.org/markup-compatibility/2006" xmlns:p14="http://schemas.microsoft.com/office/powerpoint/2010/main">
        <mc:Choice Requires="p14">
          <p:contentPart r:id="rId57" p14:bwMode="auto">
            <p14:nvContentPartPr>
              <p14:cNvPr id="32" name="墨迹 31"/>
              <p14:cNvContentPartPr/>
              <p14:nvPr/>
            </p14:nvContentPartPr>
            <p14:xfrm>
              <a:off x="8229600" y="1136650"/>
              <a:ext cx="158750" cy="203200"/>
            </p14:xfrm>
          </p:contentPart>
        </mc:Choice>
        <mc:Fallback xmlns="">
          <p:pic>
            <p:nvPicPr>
              <p:cNvPr id="32" name="墨迹 31"/>
            </p:nvPicPr>
            <p:blipFill>
              <a:blip r:embed="rId58"/>
            </p:blipFill>
            <p:spPr>
              <a:xfrm>
                <a:off x="8229600" y="1136650"/>
                <a:ext cx="158750" cy="20320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33" name="墨迹 32"/>
              <p14:cNvContentPartPr/>
              <p14:nvPr/>
            </p14:nvContentPartPr>
            <p14:xfrm>
              <a:off x="8382000" y="1397000"/>
              <a:ext cx="203200" cy="234950"/>
            </p14:xfrm>
          </p:contentPart>
        </mc:Choice>
        <mc:Fallback xmlns="">
          <p:pic>
            <p:nvPicPr>
              <p:cNvPr id="33" name="墨迹 32"/>
            </p:nvPicPr>
            <p:blipFill>
              <a:blip r:embed="rId60"/>
            </p:blipFill>
            <p:spPr>
              <a:xfrm>
                <a:off x="8382000" y="1397000"/>
                <a:ext cx="203200" cy="23495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34" name="墨迹 33"/>
              <p14:cNvContentPartPr/>
              <p14:nvPr/>
            </p14:nvContentPartPr>
            <p14:xfrm>
              <a:off x="8693150" y="1155700"/>
              <a:ext cx="222250" cy="844550"/>
            </p14:xfrm>
          </p:contentPart>
        </mc:Choice>
        <mc:Fallback xmlns="">
          <p:pic>
            <p:nvPicPr>
              <p:cNvPr id="34" name="墨迹 33"/>
            </p:nvPicPr>
            <p:blipFill>
              <a:blip r:embed="rId62"/>
            </p:blipFill>
            <p:spPr>
              <a:xfrm>
                <a:off x="8693150" y="1155700"/>
                <a:ext cx="222250" cy="844550"/>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35" name="墨迹 34"/>
              <p14:cNvContentPartPr/>
              <p14:nvPr/>
            </p14:nvContentPartPr>
            <p14:xfrm>
              <a:off x="8997950" y="1263650"/>
              <a:ext cx="133350" cy="234950"/>
            </p14:xfrm>
          </p:contentPart>
        </mc:Choice>
        <mc:Fallback xmlns="">
          <p:pic>
            <p:nvPicPr>
              <p:cNvPr id="35" name="墨迹 34"/>
            </p:nvPicPr>
            <p:blipFill>
              <a:blip r:embed="rId64"/>
            </p:blipFill>
            <p:spPr>
              <a:xfrm>
                <a:off x="8997950" y="1263650"/>
                <a:ext cx="133350" cy="23495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36" name="墨迹 35"/>
              <p14:cNvContentPartPr/>
              <p14:nvPr/>
            </p14:nvContentPartPr>
            <p14:xfrm>
              <a:off x="8991600" y="1339850"/>
              <a:ext cx="76200" cy="406400"/>
            </p14:xfrm>
          </p:contentPart>
        </mc:Choice>
        <mc:Fallback xmlns="">
          <p:pic>
            <p:nvPicPr>
              <p:cNvPr id="36" name="墨迹 35"/>
            </p:nvPicPr>
            <p:blipFill>
              <a:blip r:embed="rId66"/>
            </p:blipFill>
            <p:spPr>
              <a:xfrm>
                <a:off x="8991600" y="1339850"/>
                <a:ext cx="76200" cy="406400"/>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37" name="墨迹 36"/>
              <p14:cNvContentPartPr/>
              <p14:nvPr/>
            </p14:nvContentPartPr>
            <p14:xfrm>
              <a:off x="9169400" y="1606550"/>
              <a:ext cx="19050" cy="152400"/>
            </p14:xfrm>
          </p:contentPart>
        </mc:Choice>
        <mc:Fallback xmlns="">
          <p:pic>
            <p:nvPicPr>
              <p:cNvPr id="37" name="墨迹 36"/>
            </p:nvPicPr>
            <p:blipFill>
              <a:blip r:embed="rId68"/>
            </p:blipFill>
            <p:spPr>
              <a:xfrm>
                <a:off x="9169400" y="1606550"/>
                <a:ext cx="19050" cy="15240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38" name="墨迹 37"/>
              <p14:cNvContentPartPr/>
              <p14:nvPr/>
            </p14:nvContentPartPr>
            <p14:xfrm>
              <a:off x="9461500" y="1504950"/>
              <a:ext cx="260350" cy="127000"/>
            </p14:xfrm>
          </p:contentPart>
        </mc:Choice>
        <mc:Fallback xmlns="">
          <p:pic>
            <p:nvPicPr>
              <p:cNvPr id="38" name="墨迹 37"/>
            </p:nvPicPr>
            <p:blipFill>
              <a:blip r:embed="rId70"/>
            </p:blipFill>
            <p:spPr>
              <a:xfrm>
                <a:off x="9461500" y="1504950"/>
                <a:ext cx="260350" cy="127000"/>
              </a:xfrm>
              <a:prstGeom prst="rect"/>
            </p:spPr>
          </p:pic>
        </mc:Fallback>
      </mc:AlternateContent>
      <mc:AlternateContent xmlns:mc="http://schemas.openxmlformats.org/markup-compatibility/2006" xmlns:p14="http://schemas.microsoft.com/office/powerpoint/2010/main">
        <mc:Choice Requires="p14">
          <p:contentPart r:id="rId71" p14:bwMode="auto">
            <p14:nvContentPartPr>
              <p14:cNvPr id="39" name="墨迹 38"/>
              <p14:cNvContentPartPr/>
              <p14:nvPr/>
            </p14:nvContentPartPr>
            <p14:xfrm>
              <a:off x="9779000" y="1384300"/>
              <a:ext cx="114300" cy="279400"/>
            </p14:xfrm>
          </p:contentPart>
        </mc:Choice>
        <mc:Fallback xmlns="">
          <p:pic>
            <p:nvPicPr>
              <p:cNvPr id="39" name="墨迹 38"/>
            </p:nvPicPr>
            <p:blipFill>
              <a:blip r:embed="rId72"/>
            </p:blipFill>
            <p:spPr>
              <a:xfrm>
                <a:off x="9779000" y="1384300"/>
                <a:ext cx="114300" cy="279400"/>
              </a:xfrm>
              <a:prstGeom prst="rect"/>
            </p:spPr>
          </p:pic>
        </mc:Fallback>
      </mc:AlternateContent>
      <mc:AlternateContent xmlns:mc="http://schemas.openxmlformats.org/markup-compatibility/2006" xmlns:p14="http://schemas.microsoft.com/office/powerpoint/2010/main">
        <mc:Choice Requires="p14">
          <p:contentPart r:id="rId73" p14:bwMode="auto">
            <p14:nvContentPartPr>
              <p14:cNvPr id="40" name="墨迹 39"/>
              <p14:cNvContentPartPr/>
              <p14:nvPr/>
            </p14:nvContentPartPr>
            <p14:xfrm>
              <a:off x="9963150" y="1454150"/>
              <a:ext cx="139700" cy="76200"/>
            </p14:xfrm>
          </p:contentPart>
        </mc:Choice>
        <mc:Fallback xmlns="">
          <p:pic>
            <p:nvPicPr>
              <p:cNvPr id="40" name="墨迹 39"/>
            </p:nvPicPr>
            <p:blipFill>
              <a:blip r:embed="rId74"/>
            </p:blipFill>
            <p:spPr>
              <a:xfrm>
                <a:off x="9963150" y="1454150"/>
                <a:ext cx="139700" cy="76200"/>
              </a:xfrm>
              <a:prstGeom prst="rect"/>
            </p:spPr>
          </p:pic>
        </mc:Fallback>
      </mc:AlternateContent>
      <mc:AlternateContent xmlns:mc="http://schemas.openxmlformats.org/markup-compatibility/2006" xmlns:p14="http://schemas.microsoft.com/office/powerpoint/2010/main">
        <mc:Choice Requires="p14">
          <p:contentPart r:id="rId75" p14:bwMode="auto">
            <p14:nvContentPartPr>
              <p14:cNvPr id="41" name="墨迹 40"/>
              <p14:cNvContentPartPr/>
              <p14:nvPr/>
            </p14:nvContentPartPr>
            <p14:xfrm>
              <a:off x="10001250" y="1428750"/>
              <a:ext cx="6350" cy="63500"/>
            </p14:xfrm>
          </p:contentPart>
        </mc:Choice>
        <mc:Fallback xmlns="">
          <p:pic>
            <p:nvPicPr>
              <p:cNvPr id="41" name="墨迹 40"/>
            </p:nvPicPr>
            <p:blipFill>
              <a:blip r:embed="rId76"/>
            </p:blipFill>
            <p:spPr>
              <a:xfrm>
                <a:off x="10001250" y="1428750"/>
                <a:ext cx="6350" cy="6350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42" name="墨迹 41"/>
              <p14:cNvContentPartPr/>
              <p14:nvPr/>
            </p14:nvContentPartPr>
            <p14:xfrm>
              <a:off x="9988550" y="1504950"/>
              <a:ext cx="19050" cy="139700"/>
            </p14:xfrm>
          </p:contentPart>
        </mc:Choice>
        <mc:Fallback xmlns="">
          <p:pic>
            <p:nvPicPr>
              <p:cNvPr id="42" name="墨迹 41"/>
            </p:nvPicPr>
            <p:blipFill>
              <a:blip r:embed="rId78"/>
            </p:blipFill>
            <p:spPr>
              <a:xfrm>
                <a:off x="9988550" y="1504950"/>
                <a:ext cx="19050" cy="139700"/>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43" name="墨迹 42"/>
              <p14:cNvContentPartPr/>
              <p14:nvPr/>
            </p14:nvContentPartPr>
            <p14:xfrm>
              <a:off x="10090150" y="1365250"/>
              <a:ext cx="120650" cy="260350"/>
            </p14:xfrm>
          </p:contentPart>
        </mc:Choice>
        <mc:Fallback xmlns="">
          <p:pic>
            <p:nvPicPr>
              <p:cNvPr id="43" name="墨迹 42"/>
            </p:nvPicPr>
            <p:blipFill>
              <a:blip r:embed="rId80"/>
            </p:blipFill>
            <p:spPr>
              <a:xfrm>
                <a:off x="10090150" y="1365250"/>
                <a:ext cx="120650" cy="260350"/>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44" name="墨迹 43"/>
              <p14:cNvContentPartPr/>
              <p14:nvPr/>
            </p14:nvContentPartPr>
            <p14:xfrm>
              <a:off x="10083800" y="1435100"/>
              <a:ext cx="222250" cy="38100"/>
            </p14:xfrm>
          </p:contentPart>
        </mc:Choice>
        <mc:Fallback xmlns="">
          <p:pic>
            <p:nvPicPr>
              <p:cNvPr id="44" name="墨迹 43"/>
            </p:nvPicPr>
            <p:blipFill>
              <a:blip r:embed="rId82"/>
            </p:blipFill>
            <p:spPr>
              <a:xfrm>
                <a:off x="10083800" y="1435100"/>
                <a:ext cx="222250" cy="38100"/>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45" name="墨迹 44"/>
              <p14:cNvContentPartPr/>
              <p14:nvPr/>
            </p14:nvContentPartPr>
            <p14:xfrm>
              <a:off x="6159500" y="2781300"/>
              <a:ext cx="863600" cy="44450"/>
            </p14:xfrm>
          </p:contentPart>
        </mc:Choice>
        <mc:Fallback xmlns="">
          <p:pic>
            <p:nvPicPr>
              <p:cNvPr id="45" name="墨迹 44"/>
            </p:nvPicPr>
            <p:blipFill>
              <a:blip r:embed="rId84"/>
            </p:blipFill>
            <p:spPr>
              <a:xfrm>
                <a:off x="6159500" y="2781300"/>
                <a:ext cx="863600" cy="44450"/>
              </a:xfrm>
              <a:prstGeom prst="rect"/>
            </p:spPr>
          </p:pic>
        </mc:Fallback>
      </mc:AlternateContent>
      <mc:AlternateContent xmlns:mc="http://schemas.openxmlformats.org/markup-compatibility/2006" xmlns:p14="http://schemas.microsoft.com/office/powerpoint/2010/main">
        <mc:Choice Requires="p14">
          <p:contentPart r:id="rId85" p14:bwMode="auto">
            <p14:nvContentPartPr>
              <p14:cNvPr id="46" name="墨迹 45"/>
              <p14:cNvContentPartPr/>
              <p14:nvPr/>
            </p14:nvContentPartPr>
            <p14:xfrm>
              <a:off x="2571750" y="2774950"/>
              <a:ext cx="635000" cy="82550"/>
            </p14:xfrm>
          </p:contentPart>
        </mc:Choice>
        <mc:Fallback xmlns="">
          <p:pic>
            <p:nvPicPr>
              <p:cNvPr id="46" name="墨迹 45"/>
            </p:nvPicPr>
            <p:blipFill>
              <a:blip r:embed="rId86"/>
            </p:blipFill>
            <p:spPr>
              <a:xfrm>
                <a:off x="2571750" y="2774950"/>
                <a:ext cx="635000" cy="82550"/>
              </a:xfrm>
              <a:prstGeom prst="rect"/>
            </p:spPr>
          </p:pic>
        </mc:Fallback>
      </mc:AlternateContent>
      <mc:AlternateContent xmlns:mc="http://schemas.openxmlformats.org/markup-compatibility/2006" xmlns:p14="http://schemas.microsoft.com/office/powerpoint/2010/main">
        <mc:Choice Requires="p14">
          <p:contentPart r:id="rId87" p14:bwMode="auto">
            <p14:nvContentPartPr>
              <p14:cNvPr id="47" name="墨迹 46"/>
              <p14:cNvContentPartPr/>
              <p14:nvPr/>
            </p14:nvContentPartPr>
            <p14:xfrm>
              <a:off x="9296400" y="2813050"/>
              <a:ext cx="857250" cy="139700"/>
            </p14:xfrm>
          </p:contentPart>
        </mc:Choice>
        <mc:Fallback xmlns="">
          <p:pic>
            <p:nvPicPr>
              <p:cNvPr id="47" name="墨迹 46"/>
            </p:nvPicPr>
            <p:blipFill>
              <a:blip r:embed="rId88"/>
            </p:blipFill>
            <p:spPr>
              <a:xfrm>
                <a:off x="9296400" y="2813050"/>
                <a:ext cx="857250" cy="13970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48" name="墨迹 47"/>
              <p14:cNvContentPartPr/>
              <p14:nvPr/>
            </p14:nvContentPartPr>
            <p14:xfrm>
              <a:off x="1333500" y="4457700"/>
              <a:ext cx="2749550" cy="120650"/>
            </p14:xfrm>
          </p:contentPart>
        </mc:Choice>
        <mc:Fallback xmlns="">
          <p:pic>
            <p:nvPicPr>
              <p:cNvPr id="48" name="墨迹 47"/>
            </p:nvPicPr>
            <p:blipFill>
              <a:blip r:embed="rId90"/>
            </p:blipFill>
            <p:spPr>
              <a:xfrm>
                <a:off x="1333500" y="4457700"/>
                <a:ext cx="2749550" cy="12065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49" name="墨迹 48"/>
              <p14:cNvContentPartPr/>
              <p14:nvPr/>
            </p14:nvContentPartPr>
            <p14:xfrm>
              <a:off x="2324100" y="4362450"/>
              <a:ext cx="171450" cy="222250"/>
            </p14:xfrm>
          </p:contentPart>
        </mc:Choice>
        <mc:Fallback xmlns="">
          <p:pic>
            <p:nvPicPr>
              <p:cNvPr id="49" name="墨迹 48"/>
            </p:nvPicPr>
            <p:blipFill>
              <a:blip r:embed="rId92"/>
            </p:blipFill>
            <p:spPr>
              <a:xfrm>
                <a:off x="2324100" y="4362450"/>
                <a:ext cx="171450" cy="222250"/>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50" name="墨迹 49"/>
              <p14:cNvContentPartPr/>
              <p14:nvPr/>
            </p14:nvContentPartPr>
            <p14:xfrm>
              <a:off x="2578100" y="4425950"/>
              <a:ext cx="146050" cy="158750"/>
            </p14:xfrm>
          </p:contentPart>
        </mc:Choice>
        <mc:Fallback xmlns="">
          <p:pic>
            <p:nvPicPr>
              <p:cNvPr id="50" name="墨迹 49"/>
            </p:nvPicPr>
            <p:blipFill>
              <a:blip r:embed="rId94"/>
            </p:blipFill>
            <p:spPr>
              <a:xfrm>
                <a:off x="2578100" y="4425950"/>
                <a:ext cx="146050" cy="158750"/>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51" name="墨迹 50"/>
              <p14:cNvContentPartPr/>
              <p14:nvPr/>
            </p14:nvContentPartPr>
            <p14:xfrm>
              <a:off x="2806700" y="4368800"/>
              <a:ext cx="171450" cy="165100"/>
            </p14:xfrm>
          </p:contentPart>
        </mc:Choice>
        <mc:Fallback xmlns="">
          <p:pic>
            <p:nvPicPr>
              <p:cNvPr id="51" name="墨迹 50"/>
            </p:nvPicPr>
            <p:blipFill>
              <a:blip r:embed="rId96"/>
            </p:blipFill>
            <p:spPr>
              <a:xfrm>
                <a:off x="2806700" y="4368800"/>
                <a:ext cx="171450" cy="165100"/>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52" name="墨迹 51"/>
              <p14:cNvContentPartPr/>
              <p14:nvPr/>
            </p14:nvContentPartPr>
            <p14:xfrm>
              <a:off x="3581400" y="4438650"/>
              <a:ext cx="114300" cy="234950"/>
            </p14:xfrm>
          </p:contentPart>
        </mc:Choice>
        <mc:Fallback xmlns="">
          <p:pic>
            <p:nvPicPr>
              <p:cNvPr id="52" name="墨迹 51"/>
            </p:nvPicPr>
            <p:blipFill>
              <a:blip r:embed="rId98"/>
            </p:blipFill>
            <p:spPr>
              <a:xfrm>
                <a:off x="3581400" y="4438650"/>
                <a:ext cx="114300" cy="234950"/>
              </a:xfrm>
              <a:prstGeom prst="rect"/>
            </p:spPr>
          </p:pic>
        </mc:Fallback>
      </mc:AlternateContent>
      <mc:AlternateContent xmlns:mc="http://schemas.openxmlformats.org/markup-compatibility/2006" xmlns:p14="http://schemas.microsoft.com/office/powerpoint/2010/main">
        <mc:Choice Requires="p14">
          <p:contentPart r:id="rId99" p14:bwMode="auto">
            <p14:nvContentPartPr>
              <p14:cNvPr id="53" name="墨迹 52"/>
              <p14:cNvContentPartPr/>
              <p14:nvPr/>
            </p14:nvContentPartPr>
            <p14:xfrm>
              <a:off x="3879850" y="4483100"/>
              <a:ext cx="101600" cy="158750"/>
            </p14:xfrm>
          </p:contentPart>
        </mc:Choice>
        <mc:Fallback xmlns="">
          <p:pic>
            <p:nvPicPr>
              <p:cNvPr id="53" name="墨迹 52"/>
            </p:nvPicPr>
            <p:blipFill>
              <a:blip r:embed="rId100"/>
            </p:blipFill>
            <p:spPr>
              <a:xfrm>
                <a:off x="3879850" y="4483100"/>
                <a:ext cx="101600" cy="158750"/>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54" name="墨迹 53"/>
              <p14:cNvContentPartPr/>
              <p14:nvPr/>
            </p14:nvContentPartPr>
            <p14:xfrm>
              <a:off x="4127500" y="6134100"/>
              <a:ext cx="1885950" cy="76200"/>
            </p14:xfrm>
          </p:contentPart>
        </mc:Choice>
        <mc:Fallback xmlns="">
          <p:pic>
            <p:nvPicPr>
              <p:cNvPr id="54" name="墨迹 53"/>
            </p:nvPicPr>
            <p:blipFill>
              <a:blip r:embed="rId102"/>
            </p:blipFill>
            <p:spPr>
              <a:xfrm>
                <a:off x="4127500" y="6134100"/>
                <a:ext cx="1885950" cy="76200"/>
              </a:xfrm>
              <a:prstGeom prst="rect"/>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12">
            <a:hlinkClick r:id="rId1" action="ppaction://hlinksldjump"/>
          </p:cNvPr>
          <p:cNvSpPr txBox="1">
            <a:spLocks noChangeArrowheads="1"/>
          </p:cNvSpPr>
          <p:nvPr/>
        </p:nvSpPr>
        <p:spPr bwMode="auto">
          <a:xfrm>
            <a:off x="4996236" y="409847"/>
            <a:ext cx="9979660" cy="670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ts val="5000"/>
              </a:lnSpc>
            </a:pPr>
            <a:r>
              <a:rPr lang="zh-CN" altLang="en-US" sz="3200" b="1">
                <a:solidFill>
                  <a:schemeClr val="tx1">
                    <a:lumMod val="95000"/>
                    <a:lumOff val="5000"/>
                  </a:schemeClr>
                </a:solidFill>
                <a:latin typeface="微软雅黑" panose="020B0503020204020204" pitchFamily="34" charset="-122"/>
                <a:ea typeface="微软雅黑" panose="020B0503020204020204" pitchFamily="34" charset="-122"/>
              </a:rPr>
              <a:t>任务规划与设计</a:t>
            </a:r>
            <a:endParaRPr lang="zh-CN" altLang="en-US" sz="32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1395045" y="2316704"/>
            <a:ext cx="9489831" cy="1200329"/>
          </a:xfrm>
          <a:prstGeom prst="rect">
            <a:avLst/>
          </a:prstGeom>
        </p:spPr>
        <p:txBody>
          <a:bodyPr wrap="square">
            <a:spAutoFit/>
          </a:bodyPr>
          <a:lstStyle/>
          <a:p>
            <a:pPr indent="266700" algn="just">
              <a:spcAft>
                <a:spcPts val="0"/>
              </a:spcAft>
            </a:pPr>
            <a:r>
              <a:rPr lang="zh-CN" altLang="zh-CN" sz="2400" kern="100">
                <a:latin typeface="Times New Roman" panose="02020603050405020304" pitchFamily="18" charset="0"/>
                <a:ea typeface="宋体" panose="02010600030101010101" pitchFamily="2" charset="-122"/>
              </a:rPr>
              <a:t>由于函数要先定义后调用，中断、定时器以及</a:t>
            </a:r>
            <a:r>
              <a:rPr lang="en-US" altLang="zh-CN" sz="2400" kern="100">
                <a:latin typeface="Times New Roman" panose="02020603050405020304" pitchFamily="18" charset="0"/>
                <a:ea typeface="宋体" panose="02010600030101010101" pitchFamily="2" charset="-122"/>
              </a:rPr>
              <a:t> I/O</a:t>
            </a:r>
            <a:r>
              <a:rPr lang="zh-CN" altLang="zh-CN" sz="2400" kern="100">
                <a:latin typeface="Times New Roman" panose="02020603050405020304" pitchFamily="18" charset="0"/>
                <a:ea typeface="宋体" panose="02010600030101010101" pitchFamily="2" charset="-122"/>
              </a:rPr>
              <a:t>端口、串口通信工作前需初始化过程才可以进行，下文有序进行整个源文件中的所有函数的说明。</a:t>
            </a:r>
            <a:endParaRPr lang="zh-CN" altLang="zh-CN" sz="2400" kern="100">
              <a:effectLst/>
              <a:latin typeface="Times New Roman" panose="02020603050405020304" pitchFamily="18"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885092" y="801642"/>
            <a:ext cx="10515600" cy="775742"/>
          </a:xfrm>
        </p:spPr>
        <p:txBody>
          <a:bodyPr/>
          <a:lstStyle/>
          <a:p>
            <a:pPr lvl="0"/>
            <a:r>
              <a:rPr lang="en-US" altLang="zh-CN" sz="2800">
                <a:solidFill>
                  <a:schemeClr val="accent1">
                    <a:lumMod val="75000"/>
                  </a:schemeClr>
                </a:solidFill>
              </a:rPr>
              <a:t>1.</a:t>
            </a:r>
            <a:r>
              <a:rPr lang="zh-CN" altLang="en-US" sz="2800">
                <a:solidFill>
                  <a:schemeClr val="accent1">
                    <a:lumMod val="75000"/>
                  </a:schemeClr>
                </a:solidFill>
              </a:rPr>
              <a:t>系统搭建及串行通信连接</a:t>
            </a:r>
            <a:endParaRPr lang="zh-CN" altLang="en-US"/>
          </a:p>
        </p:txBody>
      </p:sp>
      <p:sp>
        <p:nvSpPr>
          <p:cNvPr id="5" name="矩形 4"/>
          <p:cNvSpPr/>
          <p:nvPr/>
        </p:nvSpPr>
        <p:spPr>
          <a:xfrm>
            <a:off x="1148862" y="1577384"/>
            <a:ext cx="4284784" cy="4154984"/>
          </a:xfrm>
          <a:prstGeom prst="rect">
            <a:avLst/>
          </a:prstGeom>
        </p:spPr>
        <p:txBody>
          <a:bodyPr wrap="square">
            <a:spAutoFit/>
          </a:bodyPr>
          <a:lstStyle/>
          <a:p>
            <a:r>
              <a:rPr lang="zh-CN" altLang="zh-CN" sz="2400" kern="100">
                <a:latin typeface="+mj-ea"/>
                <a:ea typeface="+mj-ea"/>
                <a:cs typeface="Times New Roman" panose="02020603050405020304" pitchFamily="18" charset="0"/>
              </a:rPr>
              <a:t>字符串型变量</a:t>
            </a:r>
            <a:r>
              <a:rPr lang="en-US" altLang="zh-CN" sz="2400" kern="100">
                <a:latin typeface="+mj-ea"/>
                <a:ea typeface="+mj-ea"/>
              </a:rPr>
              <a:t>qdtx1</a:t>
            </a:r>
            <a:r>
              <a:rPr lang="zh-CN" altLang="zh-CN" sz="2400" kern="100">
                <a:latin typeface="+mj-ea"/>
                <a:ea typeface="+mj-ea"/>
                <a:cs typeface="Times New Roman" panose="02020603050405020304" pitchFamily="18" charset="0"/>
              </a:rPr>
              <a:t>、</a:t>
            </a:r>
            <a:r>
              <a:rPr lang="en-US" altLang="zh-CN" sz="2400" kern="100">
                <a:latin typeface="+mj-ea"/>
                <a:ea typeface="+mj-ea"/>
              </a:rPr>
              <a:t>qdtx2</a:t>
            </a:r>
            <a:r>
              <a:rPr lang="zh-CN" altLang="zh-CN" sz="2400" kern="100">
                <a:latin typeface="+mj-ea"/>
                <a:ea typeface="+mj-ea"/>
                <a:cs typeface="Times New Roman" panose="02020603050405020304" pitchFamily="18" charset="0"/>
              </a:rPr>
              <a:t>、</a:t>
            </a:r>
            <a:r>
              <a:rPr lang="en-US" altLang="zh-CN" sz="2400" kern="100">
                <a:latin typeface="+mj-ea"/>
                <a:ea typeface="+mj-ea"/>
              </a:rPr>
              <a:t>r zlErr </a:t>
            </a:r>
            <a:r>
              <a:rPr lang="zh-CN" altLang="zh-CN" sz="2400" kern="100">
                <a:latin typeface="+mj-ea"/>
                <a:ea typeface="+mj-ea"/>
                <a:cs typeface="Times New Roman" panose="02020603050405020304" pitchFamily="18" charset="0"/>
              </a:rPr>
              <a:t>、</a:t>
            </a:r>
            <a:r>
              <a:rPr lang="en-US" altLang="zh-CN" sz="2400" kern="100">
                <a:latin typeface="+mj-ea"/>
                <a:ea typeface="+mj-ea"/>
              </a:rPr>
              <a:t>jrzc </a:t>
            </a:r>
            <a:r>
              <a:rPr lang="zh-CN" altLang="zh-CN" sz="2400" kern="100">
                <a:latin typeface="+mj-ea"/>
                <a:ea typeface="+mj-ea"/>
                <a:cs typeface="Times New Roman" panose="02020603050405020304" pitchFamily="18" charset="0"/>
              </a:rPr>
              <a:t>、</a:t>
            </a:r>
            <a:r>
              <a:rPr lang="en-US" altLang="zh-CN" sz="2400" kern="100">
                <a:latin typeface="+mj-ea"/>
                <a:ea typeface="+mj-ea"/>
              </a:rPr>
              <a:t>jrcs </a:t>
            </a:r>
            <a:r>
              <a:rPr lang="zh-CN" altLang="zh-CN" sz="2400" kern="100">
                <a:latin typeface="+mj-ea"/>
                <a:ea typeface="+mj-ea"/>
                <a:cs typeface="Times New Roman" panose="02020603050405020304" pitchFamily="18" charset="0"/>
              </a:rPr>
              <a:t>、</a:t>
            </a:r>
            <a:r>
              <a:rPr lang="en-US" altLang="zh-CN" sz="2400" kern="100">
                <a:latin typeface="+mj-ea"/>
                <a:ea typeface="+mj-ea"/>
              </a:rPr>
              <a:t>jrxx</a:t>
            </a:r>
            <a:r>
              <a:rPr lang="zh-CN" altLang="zh-CN" sz="2400" kern="100">
                <a:latin typeface="+mj-ea"/>
                <a:ea typeface="+mj-ea"/>
                <a:cs typeface="Times New Roman" panose="02020603050405020304" pitchFamily="18" charset="0"/>
              </a:rPr>
              <a:t>存储系统提示信息串，字符型变量</a:t>
            </a:r>
            <a:r>
              <a:rPr lang="en-US" altLang="zh-CN" sz="2400" kern="100">
                <a:latin typeface="+mj-ea"/>
                <a:ea typeface="+mj-ea"/>
              </a:rPr>
              <a:t>oldzt</a:t>
            </a:r>
            <a:r>
              <a:rPr lang="zh-CN" altLang="zh-CN" sz="2400" kern="100">
                <a:latin typeface="+mj-ea"/>
                <a:ea typeface="+mj-ea"/>
                <a:cs typeface="Times New Roman" panose="02020603050405020304" pitchFamily="18" charset="0"/>
              </a:rPr>
              <a:t>、</a:t>
            </a:r>
            <a:r>
              <a:rPr lang="en-US" altLang="zh-CN" sz="2400" kern="100">
                <a:latin typeface="+mj-ea"/>
                <a:ea typeface="+mj-ea"/>
              </a:rPr>
              <a:t>newzt</a:t>
            </a:r>
            <a:r>
              <a:rPr lang="zh-CN" altLang="zh-CN" sz="2400" kern="100">
                <a:latin typeface="+mj-ea"/>
                <a:ea typeface="+mj-ea"/>
                <a:cs typeface="Times New Roman" panose="02020603050405020304" pitchFamily="18" charset="0"/>
              </a:rPr>
              <a:t>记录交通灯状态、避免上位机指令造成的无效动作，整型变量</a:t>
            </a:r>
            <a:r>
              <a:rPr lang="en-US" altLang="zh-CN" sz="2400" kern="100">
                <a:latin typeface="+mj-ea"/>
                <a:ea typeface="+mj-ea"/>
              </a:rPr>
              <a:t>count_t1_IT</a:t>
            </a:r>
            <a:r>
              <a:rPr lang="zh-CN" altLang="zh-CN" sz="2400" kern="100">
                <a:latin typeface="+mj-ea"/>
                <a:ea typeface="+mj-ea"/>
                <a:cs typeface="Times New Roman" panose="02020603050405020304" pitchFamily="18" charset="0"/>
              </a:rPr>
              <a:t>对</a:t>
            </a:r>
            <a:r>
              <a:rPr lang="en-US" altLang="zh-CN" sz="2400" kern="100">
                <a:latin typeface="+mj-ea"/>
                <a:ea typeface="+mj-ea"/>
              </a:rPr>
              <a:t>TIMER1</a:t>
            </a:r>
            <a:r>
              <a:rPr lang="zh-CN" altLang="zh-CN" sz="2400" kern="100">
                <a:latin typeface="+mj-ea"/>
                <a:ea typeface="+mj-ea"/>
                <a:cs typeface="Times New Roman" panose="02020603050405020304" pitchFamily="18" charset="0"/>
              </a:rPr>
              <a:t>的定时中断进行计数，实现交通灯时序控制，</a:t>
            </a:r>
            <a:r>
              <a:rPr lang="en-US" altLang="zh-CN" sz="2400" kern="100">
                <a:latin typeface="+mj-ea"/>
                <a:ea typeface="+mj-ea"/>
              </a:rPr>
              <a:t>temp</a:t>
            </a:r>
            <a:r>
              <a:rPr lang="zh-CN" altLang="zh-CN" sz="2400" kern="100">
                <a:latin typeface="+mj-ea"/>
                <a:ea typeface="+mj-ea"/>
                <a:cs typeface="Times New Roman" panose="02020603050405020304" pitchFamily="18" charset="0"/>
              </a:rPr>
              <a:t>、</a:t>
            </a:r>
            <a:r>
              <a:rPr lang="en-US" altLang="zh-CN" sz="2400" kern="100">
                <a:latin typeface="+mj-ea"/>
                <a:ea typeface="+mj-ea"/>
              </a:rPr>
              <a:t>RX_flag</a:t>
            </a:r>
            <a:r>
              <a:rPr lang="zh-CN" altLang="zh-CN" sz="2400" kern="100">
                <a:latin typeface="+mj-ea"/>
                <a:ea typeface="+mj-ea"/>
                <a:cs typeface="Times New Roman" panose="02020603050405020304" pitchFamily="18" charset="0"/>
              </a:rPr>
              <a:t>实现串口通信的数据转存和通信结束状态标记。</a:t>
            </a:r>
            <a:endParaRPr lang="zh-CN" altLang="en-US" sz="2400">
              <a:latin typeface="+mj-ea"/>
              <a:ea typeface="+mj-ea"/>
            </a:endParaRPr>
          </a:p>
        </p:txBody>
      </p:sp>
      <p:sp>
        <p:nvSpPr>
          <p:cNvPr id="12" name="标题 1"/>
          <p:cNvSpPr txBox="1"/>
          <p:nvPr/>
        </p:nvSpPr>
        <p:spPr>
          <a:xfrm>
            <a:off x="6358940" y="801642"/>
            <a:ext cx="10515600" cy="775742"/>
          </a:xfrm>
        </p:spPr>
        <p:txBody>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2800">
                <a:solidFill>
                  <a:schemeClr val="accent1">
                    <a:lumMod val="75000"/>
                  </a:schemeClr>
                </a:solidFill>
              </a:rPr>
              <a:t>2. </a:t>
            </a:r>
            <a:r>
              <a:rPr lang="zh-CN" altLang="en-US" sz="2800">
                <a:solidFill>
                  <a:schemeClr val="accent1">
                    <a:lumMod val="75000"/>
                  </a:schemeClr>
                </a:solidFill>
              </a:rPr>
              <a:t>延时函数</a:t>
            </a:r>
            <a:endParaRPr lang="zh-CN" altLang="en-US"/>
          </a:p>
        </p:txBody>
      </p:sp>
      <p:sp>
        <p:nvSpPr>
          <p:cNvPr id="13" name="矩形 12"/>
          <p:cNvSpPr/>
          <p:nvPr/>
        </p:nvSpPr>
        <p:spPr>
          <a:xfrm>
            <a:off x="6358940" y="1516251"/>
            <a:ext cx="4367675" cy="2677656"/>
          </a:xfrm>
          <a:prstGeom prst="rect">
            <a:avLst/>
          </a:prstGeom>
        </p:spPr>
        <p:txBody>
          <a:bodyPr wrap="square">
            <a:spAutoFit/>
          </a:bodyPr>
          <a:lstStyle/>
          <a:p>
            <a:r>
              <a:rPr lang="zh-CN" altLang="zh-CN" sz="2400" kern="100">
                <a:latin typeface="+mj-ea"/>
                <a:ea typeface="+mj-ea"/>
                <a:cs typeface="Times New Roman" panose="02020603050405020304" pitchFamily="18" charset="0"/>
              </a:rPr>
              <a:t>交通灯系统通过延时检测进行按键去抖动处理，即在足够的延时后确认按键动作即可。按键抖动一般会持续约</a:t>
            </a:r>
            <a:r>
              <a:rPr lang="en-US" altLang="zh-CN" sz="2400" kern="100">
                <a:latin typeface="+mj-ea"/>
                <a:ea typeface="+mj-ea"/>
              </a:rPr>
              <a:t>0.1s</a:t>
            </a:r>
            <a:r>
              <a:rPr lang="zh-CN" altLang="zh-CN" sz="2400" kern="100">
                <a:latin typeface="+mj-ea"/>
                <a:ea typeface="+mj-ea"/>
                <a:cs typeface="Times New Roman" panose="02020603050405020304" pitchFamily="18" charset="0"/>
              </a:rPr>
              <a:t>，不需准确计时；系统启动时对</a:t>
            </a:r>
            <a:r>
              <a:rPr lang="en-US" altLang="zh-CN" sz="2400" kern="100">
                <a:latin typeface="+mj-ea"/>
                <a:ea typeface="+mj-ea"/>
              </a:rPr>
              <a:t>LED</a:t>
            </a:r>
            <a:r>
              <a:rPr lang="zh-CN" altLang="zh-CN" sz="2400" kern="100">
                <a:latin typeface="+mj-ea"/>
                <a:ea typeface="+mj-ea"/>
                <a:cs typeface="Times New Roman" panose="02020603050405020304" pitchFamily="18" charset="0"/>
              </a:rPr>
              <a:t>灯的工作状态检测也不需要精准控制亮灭时间。</a:t>
            </a:r>
            <a:endParaRPr lang="zh-CN" altLang="en-US" sz="2400">
              <a:latin typeface="+mj-ea"/>
              <a:ea typeface="+mj-ea"/>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171450" y="3575050"/>
              <a:ext cx="12700" cy="360"/>
            </p14:xfrm>
          </p:contentPart>
        </mc:Choice>
        <mc:Fallback xmlns="">
          <p:pic>
            <p:nvPicPr>
              <p:cNvPr id="2" name="墨迹 1"/>
            </p:nvPicPr>
            <p:blipFill>
              <a:blip r:embed="rId2"/>
            </p:blipFill>
            <p:spPr>
              <a:xfrm>
                <a:off x="171450" y="3575050"/>
                <a:ext cx="1270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3117850" y="1955800"/>
              <a:ext cx="584200" cy="44450"/>
            </p14:xfrm>
          </p:contentPart>
        </mc:Choice>
        <mc:Fallback xmlns="">
          <p:pic>
            <p:nvPicPr>
              <p:cNvPr id="3" name="墨迹 2"/>
            </p:nvPicPr>
            <p:blipFill>
              <a:blip r:embed="rId4"/>
            </p:blipFill>
            <p:spPr>
              <a:xfrm>
                <a:off x="3117850" y="1955800"/>
                <a:ext cx="584200" cy="444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3765550" y="2006600"/>
              <a:ext cx="12700" cy="360"/>
            </p14:xfrm>
          </p:contentPart>
        </mc:Choice>
        <mc:Fallback xmlns="">
          <p:pic>
            <p:nvPicPr>
              <p:cNvPr id="4" name="墨迹 3"/>
            </p:nvPicPr>
            <p:blipFill>
              <a:blip r:embed="rId2"/>
            </p:blipFill>
            <p:spPr>
              <a:xfrm>
                <a:off x="3765550" y="2006600"/>
                <a:ext cx="12700" cy="3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3670300" y="1974850"/>
              <a:ext cx="209550" cy="12700"/>
            </p14:xfrm>
          </p:contentPart>
        </mc:Choice>
        <mc:Fallback xmlns="">
          <p:pic>
            <p:nvPicPr>
              <p:cNvPr id="6" name="墨迹 5"/>
            </p:nvPicPr>
            <p:blipFill>
              <a:blip r:embed="rId7"/>
            </p:blipFill>
            <p:spPr>
              <a:xfrm>
                <a:off x="3670300" y="1974850"/>
                <a:ext cx="209550" cy="127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4362450" y="1924050"/>
              <a:ext cx="742950" cy="95250"/>
            </p14:xfrm>
          </p:contentPart>
        </mc:Choice>
        <mc:Fallback xmlns="">
          <p:pic>
            <p:nvPicPr>
              <p:cNvPr id="7" name="墨迹 6"/>
            </p:nvPicPr>
            <p:blipFill>
              <a:blip r:embed="rId9"/>
            </p:blipFill>
            <p:spPr>
              <a:xfrm>
                <a:off x="4362450" y="1924050"/>
                <a:ext cx="742950" cy="952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1333500" y="2336800"/>
              <a:ext cx="793750" cy="19050"/>
            </p14:xfrm>
          </p:contentPart>
        </mc:Choice>
        <mc:Fallback xmlns="">
          <p:pic>
            <p:nvPicPr>
              <p:cNvPr id="8" name="墨迹 7"/>
            </p:nvPicPr>
            <p:blipFill>
              <a:blip r:embed="rId11"/>
            </p:blipFill>
            <p:spPr>
              <a:xfrm>
                <a:off x="1333500" y="2336800"/>
                <a:ext cx="793750" cy="190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0" name="墨迹 9"/>
              <p14:cNvContentPartPr/>
              <p14:nvPr/>
            </p14:nvContentPartPr>
            <p14:xfrm>
              <a:off x="2419350" y="2368550"/>
              <a:ext cx="558800" cy="31750"/>
            </p14:xfrm>
          </p:contentPart>
        </mc:Choice>
        <mc:Fallback xmlns="">
          <p:pic>
            <p:nvPicPr>
              <p:cNvPr id="10" name="墨迹 9"/>
            </p:nvPicPr>
            <p:blipFill>
              <a:blip r:embed="rId13"/>
            </p:blipFill>
            <p:spPr>
              <a:xfrm>
                <a:off x="2419350" y="2368550"/>
                <a:ext cx="558800" cy="317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1" name="墨迹 10"/>
              <p14:cNvContentPartPr/>
              <p14:nvPr/>
            </p14:nvContentPartPr>
            <p14:xfrm>
              <a:off x="3333750" y="2324100"/>
              <a:ext cx="584200" cy="6350"/>
            </p14:xfrm>
          </p:contentPart>
        </mc:Choice>
        <mc:Fallback xmlns="">
          <p:pic>
            <p:nvPicPr>
              <p:cNvPr id="11" name="墨迹 10"/>
            </p:nvPicPr>
            <p:blipFill>
              <a:blip r:embed="rId15"/>
            </p:blipFill>
            <p:spPr>
              <a:xfrm>
                <a:off x="3333750" y="2324100"/>
                <a:ext cx="584200" cy="635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4" name="墨迹 13"/>
              <p14:cNvContentPartPr/>
              <p14:nvPr/>
            </p14:nvContentPartPr>
            <p14:xfrm>
              <a:off x="4229100" y="2343150"/>
              <a:ext cx="552450" cy="38100"/>
            </p14:xfrm>
          </p:contentPart>
        </mc:Choice>
        <mc:Fallback xmlns="">
          <p:pic>
            <p:nvPicPr>
              <p:cNvPr id="14" name="墨迹 13"/>
            </p:nvPicPr>
            <p:blipFill>
              <a:blip r:embed="rId17"/>
            </p:blipFill>
            <p:spPr>
              <a:xfrm>
                <a:off x="4229100" y="2343150"/>
                <a:ext cx="552450" cy="381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5" name="墨迹 14"/>
              <p14:cNvContentPartPr/>
              <p14:nvPr/>
            </p14:nvContentPartPr>
            <p14:xfrm>
              <a:off x="1295400" y="4108450"/>
              <a:ext cx="1612900" cy="101600"/>
            </p14:xfrm>
          </p:contentPart>
        </mc:Choice>
        <mc:Fallback xmlns="">
          <p:pic>
            <p:nvPicPr>
              <p:cNvPr id="15" name="墨迹 14"/>
            </p:nvPicPr>
            <p:blipFill>
              <a:blip r:embed="rId19"/>
            </p:blipFill>
            <p:spPr>
              <a:xfrm>
                <a:off x="1295400" y="4108450"/>
                <a:ext cx="1612900" cy="1016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6" name="墨迹 15"/>
              <p14:cNvContentPartPr/>
              <p14:nvPr/>
            </p14:nvContentPartPr>
            <p14:xfrm>
              <a:off x="146050" y="4178300"/>
              <a:ext cx="215900" cy="165100"/>
            </p14:xfrm>
          </p:contentPart>
        </mc:Choice>
        <mc:Fallback xmlns="">
          <p:pic>
            <p:nvPicPr>
              <p:cNvPr id="16" name="墨迹 15"/>
            </p:nvPicPr>
            <p:blipFill>
              <a:blip r:embed="rId21"/>
            </p:blipFill>
            <p:spPr>
              <a:xfrm>
                <a:off x="146050" y="4178300"/>
                <a:ext cx="215900" cy="16510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7" name="墨迹 16"/>
              <p14:cNvContentPartPr/>
              <p14:nvPr/>
            </p14:nvContentPartPr>
            <p14:xfrm>
              <a:off x="400050" y="4330700"/>
              <a:ext cx="57150" cy="25400"/>
            </p14:xfrm>
          </p:contentPart>
        </mc:Choice>
        <mc:Fallback xmlns="">
          <p:pic>
            <p:nvPicPr>
              <p:cNvPr id="17" name="墨迹 16"/>
            </p:nvPicPr>
            <p:blipFill>
              <a:blip r:embed="rId23"/>
            </p:blipFill>
            <p:spPr>
              <a:xfrm>
                <a:off x="400050" y="4330700"/>
                <a:ext cx="57150" cy="254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8" name="墨迹 17"/>
              <p14:cNvContentPartPr/>
              <p14:nvPr/>
            </p14:nvContentPartPr>
            <p14:xfrm>
              <a:off x="590550" y="4083050"/>
              <a:ext cx="44450" cy="355600"/>
            </p14:xfrm>
          </p:contentPart>
        </mc:Choice>
        <mc:Fallback xmlns="">
          <p:pic>
            <p:nvPicPr>
              <p:cNvPr id="18" name="墨迹 17"/>
            </p:nvPicPr>
            <p:blipFill>
              <a:blip r:embed="rId25"/>
            </p:blipFill>
            <p:spPr>
              <a:xfrm>
                <a:off x="590550" y="4083050"/>
                <a:ext cx="44450" cy="35560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9" name="墨迹 18"/>
              <p14:cNvContentPartPr/>
              <p14:nvPr/>
            </p14:nvContentPartPr>
            <p14:xfrm>
              <a:off x="742950" y="4140200"/>
              <a:ext cx="133350" cy="254000"/>
            </p14:xfrm>
          </p:contentPart>
        </mc:Choice>
        <mc:Fallback xmlns="">
          <p:pic>
            <p:nvPicPr>
              <p:cNvPr id="19" name="墨迹 18"/>
            </p:nvPicPr>
            <p:blipFill>
              <a:blip r:embed="rId27"/>
            </p:blipFill>
            <p:spPr>
              <a:xfrm>
                <a:off x="742950" y="4140200"/>
                <a:ext cx="133350" cy="25400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0" name="墨迹 19"/>
              <p14:cNvContentPartPr/>
              <p14:nvPr/>
            </p14:nvContentPartPr>
            <p14:xfrm>
              <a:off x="311150" y="4794250"/>
              <a:ext cx="25400" cy="234950"/>
            </p14:xfrm>
          </p:contentPart>
        </mc:Choice>
        <mc:Fallback xmlns="">
          <p:pic>
            <p:nvPicPr>
              <p:cNvPr id="20" name="墨迹 19"/>
            </p:nvPicPr>
            <p:blipFill>
              <a:blip r:embed="rId29"/>
            </p:blipFill>
            <p:spPr>
              <a:xfrm>
                <a:off x="311150" y="4794250"/>
                <a:ext cx="25400" cy="23495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21" name="墨迹 20"/>
              <p14:cNvContentPartPr/>
              <p14:nvPr/>
            </p14:nvContentPartPr>
            <p14:xfrm>
              <a:off x="469900" y="4705350"/>
              <a:ext cx="95250" cy="165100"/>
            </p14:xfrm>
          </p:contentPart>
        </mc:Choice>
        <mc:Fallback xmlns="">
          <p:pic>
            <p:nvPicPr>
              <p:cNvPr id="21" name="墨迹 20"/>
            </p:nvPicPr>
            <p:blipFill>
              <a:blip r:embed="rId31"/>
            </p:blipFill>
            <p:spPr>
              <a:xfrm>
                <a:off x="469900" y="4705350"/>
                <a:ext cx="95250" cy="16510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2" name="墨迹 21"/>
              <p14:cNvContentPartPr/>
              <p14:nvPr/>
            </p14:nvContentPartPr>
            <p14:xfrm>
              <a:off x="133350" y="5245100"/>
              <a:ext cx="120650" cy="190500"/>
            </p14:xfrm>
          </p:contentPart>
        </mc:Choice>
        <mc:Fallback xmlns="">
          <p:pic>
            <p:nvPicPr>
              <p:cNvPr id="22" name="墨迹 21"/>
            </p:nvPicPr>
            <p:blipFill>
              <a:blip r:embed="rId33"/>
            </p:blipFill>
            <p:spPr>
              <a:xfrm>
                <a:off x="133350" y="5245100"/>
                <a:ext cx="120650" cy="19050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3" name="墨迹 22"/>
              <p14:cNvContentPartPr/>
              <p14:nvPr/>
            </p14:nvContentPartPr>
            <p14:xfrm>
              <a:off x="628650" y="4699000"/>
              <a:ext cx="190500" cy="285750"/>
            </p14:xfrm>
          </p:contentPart>
        </mc:Choice>
        <mc:Fallback xmlns="">
          <p:pic>
            <p:nvPicPr>
              <p:cNvPr id="23" name="墨迹 22"/>
            </p:nvPicPr>
            <p:blipFill>
              <a:blip r:embed="rId35"/>
            </p:blipFill>
            <p:spPr>
              <a:xfrm>
                <a:off x="628650" y="4699000"/>
                <a:ext cx="190500" cy="28575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4" name="墨迹 23"/>
              <p14:cNvContentPartPr/>
              <p14:nvPr/>
            </p14:nvContentPartPr>
            <p14:xfrm>
              <a:off x="323850" y="5200650"/>
              <a:ext cx="127000" cy="152400"/>
            </p14:xfrm>
          </p:contentPart>
        </mc:Choice>
        <mc:Fallback xmlns="">
          <p:pic>
            <p:nvPicPr>
              <p:cNvPr id="24" name="墨迹 23"/>
            </p:nvPicPr>
            <p:blipFill>
              <a:blip r:embed="rId37"/>
            </p:blipFill>
            <p:spPr>
              <a:xfrm>
                <a:off x="323850" y="5200650"/>
                <a:ext cx="127000" cy="15240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5" name="墨迹 24"/>
              <p14:cNvContentPartPr/>
              <p14:nvPr/>
            </p14:nvContentPartPr>
            <p14:xfrm>
              <a:off x="190500" y="5130800"/>
              <a:ext cx="82550" cy="387350"/>
            </p14:xfrm>
          </p:contentPart>
        </mc:Choice>
        <mc:Fallback xmlns="">
          <p:pic>
            <p:nvPicPr>
              <p:cNvPr id="25" name="墨迹 24"/>
            </p:nvPicPr>
            <p:blipFill>
              <a:blip r:embed="rId39"/>
            </p:blipFill>
            <p:spPr>
              <a:xfrm>
                <a:off x="190500" y="5130800"/>
                <a:ext cx="82550" cy="38735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6" name="墨迹 25"/>
              <p14:cNvContentPartPr/>
              <p14:nvPr/>
            </p14:nvContentPartPr>
            <p14:xfrm>
              <a:off x="222250" y="5105400"/>
              <a:ext cx="69850" cy="450850"/>
            </p14:xfrm>
          </p:contentPart>
        </mc:Choice>
        <mc:Fallback xmlns="">
          <p:pic>
            <p:nvPicPr>
              <p:cNvPr id="26" name="墨迹 25"/>
            </p:nvPicPr>
            <p:blipFill>
              <a:blip r:embed="rId41"/>
            </p:blipFill>
            <p:spPr>
              <a:xfrm>
                <a:off x="222250" y="5105400"/>
                <a:ext cx="69850" cy="45085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7" name="墨迹 26"/>
              <p14:cNvContentPartPr/>
              <p14:nvPr/>
            </p14:nvContentPartPr>
            <p14:xfrm>
              <a:off x="603250" y="5175250"/>
              <a:ext cx="127000" cy="133350"/>
            </p14:xfrm>
          </p:contentPart>
        </mc:Choice>
        <mc:Fallback xmlns="">
          <p:pic>
            <p:nvPicPr>
              <p:cNvPr id="27" name="墨迹 26"/>
            </p:nvPicPr>
            <p:blipFill>
              <a:blip r:embed="rId43"/>
            </p:blipFill>
            <p:spPr>
              <a:xfrm>
                <a:off x="603250" y="5175250"/>
                <a:ext cx="127000" cy="13335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8" name="墨迹 27"/>
              <p14:cNvContentPartPr/>
              <p14:nvPr/>
            </p14:nvContentPartPr>
            <p14:xfrm>
              <a:off x="184150" y="5118100"/>
              <a:ext cx="63500" cy="381000"/>
            </p14:xfrm>
          </p:contentPart>
        </mc:Choice>
        <mc:Fallback xmlns="">
          <p:pic>
            <p:nvPicPr>
              <p:cNvPr id="28" name="墨迹 27"/>
            </p:nvPicPr>
            <p:blipFill>
              <a:blip r:embed="rId45"/>
            </p:blipFill>
            <p:spPr>
              <a:xfrm>
                <a:off x="184150" y="5118100"/>
                <a:ext cx="63500" cy="38100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9" name="墨迹 28"/>
              <p14:cNvContentPartPr/>
              <p14:nvPr/>
            </p14:nvContentPartPr>
            <p14:xfrm>
              <a:off x="2527300" y="4864100"/>
              <a:ext cx="768350" cy="38100"/>
            </p14:xfrm>
          </p:contentPart>
        </mc:Choice>
        <mc:Fallback xmlns="">
          <p:pic>
            <p:nvPicPr>
              <p:cNvPr id="29" name="墨迹 28"/>
            </p:nvPicPr>
            <p:blipFill>
              <a:blip r:embed="rId47"/>
            </p:blipFill>
            <p:spPr>
              <a:xfrm>
                <a:off x="2527300" y="4864100"/>
                <a:ext cx="768350" cy="3810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30" name="墨迹 29"/>
              <p14:cNvContentPartPr/>
              <p14:nvPr/>
            </p14:nvContentPartPr>
            <p14:xfrm>
              <a:off x="3505200" y="4838700"/>
              <a:ext cx="1358900" cy="63500"/>
            </p14:xfrm>
          </p:contentPart>
        </mc:Choice>
        <mc:Fallback xmlns="">
          <p:pic>
            <p:nvPicPr>
              <p:cNvPr id="30" name="墨迹 29"/>
            </p:nvPicPr>
            <p:blipFill>
              <a:blip r:embed="rId49"/>
            </p:blipFill>
            <p:spPr>
              <a:xfrm>
                <a:off x="3505200" y="4838700"/>
                <a:ext cx="1358900" cy="63500"/>
              </a:xfrm>
              <a:prstGeom prst="rect"/>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709246" y="829561"/>
            <a:ext cx="10515600" cy="775742"/>
          </a:xfrm>
        </p:spPr>
        <p:txBody>
          <a:bodyPr/>
          <a:lstStyle/>
          <a:p>
            <a:pPr lvl="0"/>
            <a:r>
              <a:rPr lang="en-US" altLang="zh-CN" sz="2800">
                <a:solidFill>
                  <a:schemeClr val="accent1">
                    <a:lumMod val="75000"/>
                  </a:schemeClr>
                </a:solidFill>
              </a:rPr>
              <a:t>3.</a:t>
            </a:r>
            <a:r>
              <a:rPr lang="zh-CN" altLang="en-US" sz="2800">
                <a:solidFill>
                  <a:schemeClr val="accent1">
                    <a:lumMod val="75000"/>
                  </a:schemeClr>
                </a:solidFill>
              </a:rPr>
              <a:t>系统工作模式的设计实现</a:t>
            </a:r>
            <a:endParaRPr lang="zh-CN" altLang="en-US"/>
          </a:p>
        </p:txBody>
      </p:sp>
      <p:sp>
        <p:nvSpPr>
          <p:cNvPr id="12" name="标题 1"/>
          <p:cNvSpPr txBox="1"/>
          <p:nvPr/>
        </p:nvSpPr>
        <p:spPr>
          <a:xfrm>
            <a:off x="6218264" y="849101"/>
            <a:ext cx="10515600" cy="775742"/>
          </a:xfrm>
        </p:spPr>
        <p:txBody>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2800">
                <a:solidFill>
                  <a:schemeClr val="accent1">
                    <a:lumMod val="75000"/>
                  </a:schemeClr>
                </a:solidFill>
              </a:rPr>
              <a:t>4. GPIO</a:t>
            </a:r>
            <a:r>
              <a:rPr lang="zh-CN" altLang="en-US" sz="2800">
                <a:solidFill>
                  <a:schemeClr val="accent1">
                    <a:lumMod val="75000"/>
                  </a:schemeClr>
                </a:solidFill>
              </a:rPr>
              <a:t>端口初始化</a:t>
            </a:r>
            <a:endParaRPr lang="zh-CN" altLang="en-US"/>
          </a:p>
        </p:txBody>
      </p:sp>
      <p:sp>
        <p:nvSpPr>
          <p:cNvPr id="6" name="矩形 5"/>
          <p:cNvSpPr/>
          <p:nvPr/>
        </p:nvSpPr>
        <p:spPr>
          <a:xfrm>
            <a:off x="1289538" y="1516251"/>
            <a:ext cx="2930770" cy="3046988"/>
          </a:xfrm>
          <a:prstGeom prst="rect">
            <a:avLst/>
          </a:prstGeom>
        </p:spPr>
        <p:txBody>
          <a:bodyPr wrap="square">
            <a:spAutoFit/>
          </a:bodyPr>
          <a:lstStyle/>
          <a:p>
            <a:r>
              <a:rPr lang="zh-CN" altLang="zh-CN" sz="2400" kern="100">
                <a:latin typeface="+mj-ea"/>
                <a:ea typeface="+mj-ea"/>
                <a:cs typeface="Times New Roman" panose="02020603050405020304" pitchFamily="18" charset="0"/>
              </a:rPr>
              <a:t>系统共设计交通灯检测、限行指挥、正常指挥三种模式，其中正常指挥要根据具体车流量准确进行信号时序控制，后文对其基于定时中断的控制进行描述。</a:t>
            </a:r>
            <a:endParaRPr lang="zh-CN" altLang="en-US" sz="2400">
              <a:latin typeface="+mj-ea"/>
              <a:ea typeface="+mj-ea"/>
            </a:endParaRPr>
          </a:p>
        </p:txBody>
      </p:sp>
      <p:sp>
        <p:nvSpPr>
          <p:cNvPr id="7" name="矩形 6"/>
          <p:cNvSpPr/>
          <p:nvPr/>
        </p:nvSpPr>
        <p:spPr>
          <a:xfrm>
            <a:off x="6805248" y="1601086"/>
            <a:ext cx="3991708" cy="3046988"/>
          </a:xfrm>
          <a:prstGeom prst="rect">
            <a:avLst/>
          </a:prstGeom>
          <a:ln>
            <a:solidFill>
              <a:schemeClr val="accent1"/>
            </a:solidFill>
          </a:ln>
        </p:spPr>
        <p:txBody>
          <a:bodyPr wrap="square">
            <a:spAutoFit/>
          </a:bodyPr>
          <a:lstStyle/>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36.	void initial_GPIO()</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37.	{</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38.	  P1SEL &amp;= ~0xFF; </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39.	  P1DIR |= 0x03; </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40.	  P1DIR &amp;= ~0x04;</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41.	  P1INP &amp;= ~0xFF;</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42.	  P2INP |= 0x40;           </a:t>
            </a:r>
            <a:endParaRPr lang="en-US" altLang="zh-CN" sz="2400" kern="0">
              <a:solidFill>
                <a:srgbClr val="0D0D0D"/>
              </a:solidFill>
              <a:latin typeface="Times New Roman" panose="02020603050405020304" pitchFamily="18" charset="0"/>
              <a:ea typeface="宋体" panose="02010600030101010101" pitchFamily="2" charset="-122"/>
            </a:endParaRPr>
          </a:p>
          <a:p>
            <a:pPr lvl="0" algn="just">
              <a:spcAft>
                <a:spcPts val="0"/>
              </a:spcAft>
            </a:pPr>
            <a:r>
              <a:rPr lang="en-US" altLang="zh-CN" sz="2400" kern="0">
                <a:solidFill>
                  <a:srgbClr val="0D0D0D"/>
                </a:solidFill>
                <a:latin typeface="Times New Roman" panose="02020603050405020304" pitchFamily="18" charset="0"/>
                <a:ea typeface="宋体" panose="02010600030101010101" pitchFamily="2" charset="-122"/>
              </a:rPr>
              <a:t>43.	 }</a:t>
            </a:r>
            <a:endParaRPr lang="en-US" altLang="zh-CN" sz="2400" kern="0">
              <a:solidFill>
                <a:srgbClr val="0D0D0D"/>
              </a:solidFill>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9201150" y="3098800"/>
              <a:ext cx="723900" cy="57150"/>
            </p14:xfrm>
          </p:contentPart>
        </mc:Choice>
        <mc:Fallback xmlns="">
          <p:pic>
            <p:nvPicPr>
              <p:cNvPr id="2" name="墨迹 1"/>
            </p:nvPicPr>
            <p:blipFill>
              <a:blip r:embed="rId2"/>
            </p:blipFill>
            <p:spPr>
              <a:xfrm>
                <a:off x="9201150" y="3098800"/>
                <a:ext cx="723900" cy="571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10394950" y="2819400"/>
              <a:ext cx="133350" cy="146050"/>
            </p14:xfrm>
          </p:contentPart>
        </mc:Choice>
        <mc:Fallback xmlns="">
          <p:pic>
            <p:nvPicPr>
              <p:cNvPr id="3" name="墨迹 2"/>
            </p:nvPicPr>
            <p:blipFill>
              <a:blip r:embed="rId4"/>
            </p:blipFill>
            <p:spPr>
              <a:xfrm>
                <a:off x="10394950" y="2819400"/>
                <a:ext cx="133350" cy="1460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0394950" y="2832100"/>
              <a:ext cx="12700" cy="304800"/>
            </p14:xfrm>
          </p:contentPart>
        </mc:Choice>
        <mc:Fallback xmlns="">
          <p:pic>
            <p:nvPicPr>
              <p:cNvPr id="4" name="墨迹 3"/>
            </p:nvPicPr>
            <p:blipFill>
              <a:blip r:embed="rId6"/>
            </p:blipFill>
            <p:spPr>
              <a:xfrm>
                <a:off x="10394950" y="2832100"/>
                <a:ext cx="12700" cy="304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10483850" y="2997200"/>
              <a:ext cx="6350" cy="101600"/>
            </p14:xfrm>
          </p:contentPart>
        </mc:Choice>
        <mc:Fallback xmlns="">
          <p:pic>
            <p:nvPicPr>
              <p:cNvPr id="5" name="墨迹 4"/>
            </p:nvPicPr>
            <p:blipFill>
              <a:blip r:embed="rId8"/>
            </p:blipFill>
            <p:spPr>
              <a:xfrm>
                <a:off x="10483850" y="2997200"/>
                <a:ext cx="6350" cy="1016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10572750" y="3028950"/>
              <a:ext cx="19050" cy="6350"/>
            </p14:xfrm>
          </p:contentPart>
        </mc:Choice>
        <mc:Fallback xmlns="">
          <p:pic>
            <p:nvPicPr>
              <p:cNvPr id="8" name="墨迹 7"/>
            </p:nvPicPr>
            <p:blipFill>
              <a:blip r:embed="rId10"/>
            </p:blipFill>
            <p:spPr>
              <a:xfrm>
                <a:off x="10572750" y="3028950"/>
                <a:ext cx="19050" cy="63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10680700" y="2933700"/>
              <a:ext cx="19050" cy="190500"/>
            </p14:xfrm>
          </p:contentPart>
        </mc:Choice>
        <mc:Fallback xmlns="">
          <p:pic>
            <p:nvPicPr>
              <p:cNvPr id="10" name="墨迹 9"/>
            </p:nvPicPr>
            <p:blipFill>
              <a:blip r:embed="rId12"/>
            </p:blipFill>
            <p:spPr>
              <a:xfrm>
                <a:off x="10680700" y="2933700"/>
                <a:ext cx="19050" cy="1905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1" name="墨迹 10"/>
              <p14:cNvContentPartPr/>
              <p14:nvPr/>
            </p14:nvContentPartPr>
            <p14:xfrm>
              <a:off x="10960100" y="2730500"/>
              <a:ext cx="114300" cy="196850"/>
            </p14:xfrm>
          </p:contentPart>
        </mc:Choice>
        <mc:Fallback xmlns="">
          <p:pic>
            <p:nvPicPr>
              <p:cNvPr id="11" name="墨迹 10"/>
            </p:nvPicPr>
            <p:blipFill>
              <a:blip r:embed="rId14"/>
            </p:blipFill>
            <p:spPr>
              <a:xfrm>
                <a:off x="10960100" y="2730500"/>
                <a:ext cx="114300" cy="1968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3" name="墨迹 12"/>
              <p14:cNvContentPartPr/>
              <p14:nvPr/>
            </p14:nvContentPartPr>
            <p14:xfrm>
              <a:off x="10896600" y="2844800"/>
              <a:ext cx="82550" cy="273050"/>
            </p14:xfrm>
          </p:contentPart>
        </mc:Choice>
        <mc:Fallback xmlns="">
          <p:pic>
            <p:nvPicPr>
              <p:cNvPr id="13" name="墨迹 12"/>
            </p:nvPicPr>
            <p:blipFill>
              <a:blip r:embed="rId16"/>
            </p:blipFill>
            <p:spPr>
              <a:xfrm>
                <a:off x="10896600" y="2844800"/>
                <a:ext cx="82550" cy="2730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4" name="墨迹 13"/>
              <p14:cNvContentPartPr/>
              <p14:nvPr/>
            </p14:nvContentPartPr>
            <p14:xfrm>
              <a:off x="10960100" y="3028950"/>
              <a:ext cx="31750" cy="146050"/>
            </p14:xfrm>
          </p:contentPart>
        </mc:Choice>
        <mc:Fallback xmlns="">
          <p:pic>
            <p:nvPicPr>
              <p:cNvPr id="14" name="墨迹 13"/>
            </p:nvPicPr>
            <p:blipFill>
              <a:blip r:embed="rId18"/>
            </p:blipFill>
            <p:spPr>
              <a:xfrm>
                <a:off x="10960100" y="3028950"/>
                <a:ext cx="31750" cy="1460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5" name="墨迹 14"/>
              <p14:cNvContentPartPr/>
              <p14:nvPr/>
            </p14:nvContentPartPr>
            <p14:xfrm>
              <a:off x="11068050" y="3092450"/>
              <a:ext cx="360" cy="19050"/>
            </p14:xfrm>
          </p:contentPart>
        </mc:Choice>
        <mc:Fallback xmlns="">
          <p:pic>
            <p:nvPicPr>
              <p:cNvPr id="15" name="墨迹 14"/>
            </p:nvPicPr>
            <p:blipFill>
              <a:blip r:embed="rId20"/>
            </p:blipFill>
            <p:spPr>
              <a:xfrm>
                <a:off x="11068050" y="3092450"/>
                <a:ext cx="360" cy="190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6" name="墨迹 15"/>
              <p14:cNvContentPartPr/>
              <p14:nvPr/>
            </p14:nvContentPartPr>
            <p14:xfrm>
              <a:off x="11150600" y="3016250"/>
              <a:ext cx="133350" cy="120650"/>
            </p14:xfrm>
          </p:contentPart>
        </mc:Choice>
        <mc:Fallback xmlns="">
          <p:pic>
            <p:nvPicPr>
              <p:cNvPr id="16" name="墨迹 15"/>
            </p:nvPicPr>
            <p:blipFill>
              <a:blip r:embed="rId22"/>
            </p:blipFill>
            <p:spPr>
              <a:xfrm>
                <a:off x="11150600" y="3016250"/>
                <a:ext cx="133350" cy="1206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7" name="墨迹 16"/>
              <p14:cNvContentPartPr/>
              <p14:nvPr/>
            </p14:nvContentPartPr>
            <p14:xfrm>
              <a:off x="7981950" y="3314700"/>
              <a:ext cx="2127250" cy="114300"/>
            </p14:xfrm>
          </p:contentPart>
        </mc:Choice>
        <mc:Fallback xmlns="">
          <p:pic>
            <p:nvPicPr>
              <p:cNvPr id="17" name="墨迹 16"/>
            </p:nvPicPr>
            <p:blipFill>
              <a:blip r:embed="rId24"/>
            </p:blipFill>
            <p:spPr>
              <a:xfrm>
                <a:off x="7981950" y="3314700"/>
                <a:ext cx="2127250" cy="1143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8" name="墨迹 17"/>
              <p14:cNvContentPartPr/>
              <p14:nvPr/>
            </p14:nvContentPartPr>
            <p14:xfrm>
              <a:off x="10077450" y="3479800"/>
              <a:ext cx="57150" cy="50800"/>
            </p14:xfrm>
          </p:contentPart>
        </mc:Choice>
        <mc:Fallback xmlns="">
          <p:pic>
            <p:nvPicPr>
              <p:cNvPr id="18" name="墨迹 17"/>
            </p:nvPicPr>
            <p:blipFill>
              <a:blip r:embed="rId26"/>
            </p:blipFill>
            <p:spPr>
              <a:xfrm>
                <a:off x="10077450" y="3479800"/>
                <a:ext cx="57150" cy="50800"/>
              </a:xfrm>
              <a:prstGeom prst="rect"/>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879230" y="801642"/>
            <a:ext cx="10515600" cy="775742"/>
          </a:xfrm>
        </p:spPr>
        <p:txBody>
          <a:bodyPr/>
          <a:lstStyle/>
          <a:p>
            <a:pPr lvl="0"/>
            <a:r>
              <a:rPr lang="en-US" altLang="zh-CN" sz="2800">
                <a:solidFill>
                  <a:schemeClr val="accent1">
                    <a:lumMod val="75000"/>
                  </a:schemeClr>
                </a:solidFill>
              </a:rPr>
              <a:t>5.</a:t>
            </a:r>
            <a:r>
              <a:rPr lang="zh-CN" altLang="en-US" sz="2800">
                <a:solidFill>
                  <a:schemeClr val="accent1">
                    <a:lumMod val="75000"/>
                  </a:schemeClr>
                </a:solidFill>
              </a:rPr>
              <a:t>基于定时器的交通灯正常通行模式的实现</a:t>
            </a:r>
            <a:endParaRPr lang="zh-CN" altLang="en-US"/>
          </a:p>
        </p:txBody>
      </p:sp>
      <p:sp>
        <p:nvSpPr>
          <p:cNvPr id="2" name="矩形 1"/>
          <p:cNvSpPr/>
          <p:nvPr/>
        </p:nvSpPr>
        <p:spPr>
          <a:xfrm>
            <a:off x="1016627" y="1715356"/>
            <a:ext cx="9401908" cy="4459041"/>
          </a:xfrm>
          <a:prstGeom prst="rect">
            <a:avLst/>
          </a:prstGeom>
        </p:spPr>
        <p:txBody>
          <a:bodyPr wrap="square">
            <a:spAutoFit/>
          </a:bodyPr>
          <a:lstStyle/>
          <a:p>
            <a:pPr indent="266700" algn="just">
              <a:lnSpc>
                <a:spcPct val="150000"/>
              </a:lnSpc>
              <a:spcAft>
                <a:spcPts val="0"/>
              </a:spcAft>
            </a:pPr>
            <a:r>
              <a:rPr lang="zh-CN" altLang="zh-CN" sz="2400" kern="100" dirty="0">
                <a:latin typeface="+mj-ea"/>
                <a:ea typeface="+mj-ea"/>
              </a:rPr>
              <a:t>基于定时器的交通灯正常指挥模式控制部分包含如下：</a:t>
            </a:r>
            <a:endParaRPr lang="zh-CN" altLang="zh-CN" sz="2400" kern="100" dirty="0">
              <a:latin typeface="+mj-ea"/>
              <a:ea typeface="+mj-ea"/>
            </a:endParaRPr>
          </a:p>
          <a:p>
            <a:pPr indent="266700" algn="just">
              <a:lnSpc>
                <a:spcPct val="150000"/>
              </a:lnSpc>
              <a:spcAft>
                <a:spcPts val="0"/>
              </a:spcAft>
            </a:pPr>
            <a:r>
              <a:rPr lang="zh-CN" altLang="zh-CN" sz="2400" kern="100" dirty="0">
                <a:latin typeface="+mj-ea"/>
                <a:ea typeface="+mj-ea"/>
              </a:rPr>
              <a:t>①定时器</a:t>
            </a:r>
            <a:r>
              <a:rPr lang="en-US" altLang="zh-CN" sz="2400" kern="100" dirty="0">
                <a:latin typeface="+mj-ea"/>
                <a:ea typeface="+mj-ea"/>
              </a:rPr>
              <a:t>1</a:t>
            </a:r>
            <a:r>
              <a:rPr lang="zh-CN" altLang="zh-CN" sz="2400" kern="100" dirty="0">
                <a:latin typeface="+mj-ea"/>
                <a:ea typeface="+mj-ea"/>
              </a:rPr>
              <a:t>初始化函数</a:t>
            </a:r>
            <a:r>
              <a:rPr lang="en-US" altLang="zh-CN" sz="2400" kern="100" dirty="0">
                <a:latin typeface="+mj-ea"/>
                <a:ea typeface="+mj-ea"/>
              </a:rPr>
              <a:t>Init_Timer1()</a:t>
            </a:r>
            <a:r>
              <a:rPr lang="zh-CN" altLang="zh-CN" sz="2400" kern="100" dirty="0">
                <a:latin typeface="+mj-ea"/>
                <a:ea typeface="+mj-ea"/>
              </a:rPr>
              <a:t>，指定定时器的计数初值、开通比较、工作模式等。</a:t>
            </a:r>
            <a:endParaRPr lang="zh-CN" altLang="zh-CN" sz="2400" kern="100" dirty="0">
              <a:latin typeface="+mj-ea"/>
              <a:ea typeface="+mj-ea"/>
            </a:endParaRPr>
          </a:p>
          <a:p>
            <a:pPr indent="266700" algn="just">
              <a:lnSpc>
                <a:spcPct val="150000"/>
              </a:lnSpc>
              <a:spcAft>
                <a:spcPts val="0"/>
              </a:spcAft>
            </a:pPr>
            <a:r>
              <a:rPr lang="zh-CN" altLang="zh-CN" sz="2400" kern="100" dirty="0">
                <a:latin typeface="+mj-ea"/>
                <a:ea typeface="+mj-ea"/>
              </a:rPr>
              <a:t>②定时器的启动和停止函数</a:t>
            </a:r>
            <a:r>
              <a:rPr lang="en-US" altLang="zh-CN" sz="2400" kern="100" dirty="0">
                <a:latin typeface="+mj-ea"/>
                <a:ea typeface="+mj-ea"/>
              </a:rPr>
              <a:t>start_Timer1()</a:t>
            </a:r>
            <a:r>
              <a:rPr lang="zh-CN" altLang="zh-CN" sz="2400" kern="100" dirty="0">
                <a:latin typeface="+mj-ea"/>
                <a:ea typeface="+mj-ea"/>
              </a:rPr>
              <a:t>、</a:t>
            </a:r>
            <a:r>
              <a:rPr lang="en-US" altLang="zh-CN" sz="2400" kern="100" dirty="0">
                <a:latin typeface="+mj-ea"/>
                <a:ea typeface="+mj-ea"/>
              </a:rPr>
              <a:t>stop_Timer1()</a:t>
            </a:r>
            <a:r>
              <a:rPr lang="zh-CN" altLang="zh-CN" sz="2400" kern="100" dirty="0">
                <a:latin typeface="+mj-ea"/>
                <a:ea typeface="+mj-ea"/>
              </a:rPr>
              <a:t>，即有序使能定时器的溢出中断和定时器中断使其启动、禁止使其停止；</a:t>
            </a:r>
            <a:r>
              <a:rPr lang="en-US" altLang="zh-CN" sz="2400" kern="100" dirty="0">
                <a:latin typeface="+mj-ea"/>
                <a:ea typeface="+mj-ea"/>
              </a:rPr>
              <a:t>start_Timer1()</a:t>
            </a:r>
            <a:r>
              <a:rPr lang="zh-CN" altLang="zh-CN" sz="2400" kern="100" dirty="0">
                <a:latin typeface="+mj-ea"/>
                <a:ea typeface="+mj-ea"/>
              </a:rPr>
              <a:t>还需要将交通灯状态重置，建立正常的时序。</a:t>
            </a:r>
            <a:endParaRPr lang="zh-CN" altLang="zh-CN" sz="2400" kern="100" dirty="0">
              <a:latin typeface="+mj-ea"/>
              <a:ea typeface="+mj-ea"/>
            </a:endParaRPr>
          </a:p>
          <a:p>
            <a:pPr>
              <a:lnSpc>
                <a:spcPct val="150000"/>
              </a:lnSpc>
            </a:pPr>
            <a:r>
              <a:rPr lang="en-US" altLang="zh-CN" sz="2400" kern="100" dirty="0">
                <a:latin typeface="+mj-ea"/>
                <a:ea typeface="+mj-ea"/>
                <a:cs typeface="Times New Roman" panose="02020603050405020304" pitchFamily="18" charset="0"/>
              </a:rPr>
              <a:t> </a:t>
            </a:r>
            <a:r>
              <a:rPr lang="zh-CN" altLang="zh-CN" sz="2400" kern="100" dirty="0">
                <a:latin typeface="+mj-ea"/>
                <a:ea typeface="+mj-ea"/>
                <a:cs typeface="Times New Roman" panose="02020603050405020304" pitchFamily="18" charset="0"/>
              </a:rPr>
              <a:t>③定时器</a:t>
            </a:r>
            <a:r>
              <a:rPr lang="en-US" altLang="zh-CN" sz="2400" kern="100" dirty="0">
                <a:latin typeface="+mj-ea"/>
                <a:ea typeface="+mj-ea"/>
              </a:rPr>
              <a:t>1</a:t>
            </a:r>
            <a:r>
              <a:rPr lang="zh-CN" altLang="zh-CN" sz="2400" kern="100" dirty="0">
                <a:latin typeface="+mj-ea"/>
                <a:ea typeface="+mj-ea"/>
                <a:cs typeface="Times New Roman" panose="02020603050405020304" pitchFamily="18" charset="0"/>
              </a:rPr>
              <a:t>中断服务</a:t>
            </a:r>
            <a:r>
              <a:rPr lang="en-US" altLang="zh-CN" sz="2400" kern="100" dirty="0">
                <a:latin typeface="+mj-ea"/>
                <a:ea typeface="+mj-ea"/>
              </a:rPr>
              <a:t>Timer1_Sevice()</a:t>
            </a:r>
            <a:r>
              <a:rPr lang="zh-CN" altLang="zh-CN" sz="2400" kern="100" dirty="0">
                <a:latin typeface="+mj-ea"/>
                <a:ea typeface="+mj-ea"/>
                <a:cs typeface="Times New Roman" panose="02020603050405020304" pitchFamily="18" charset="0"/>
              </a:rPr>
              <a:t>，实现交通灯正常控制时时序控制。思路与任务</a:t>
            </a:r>
            <a:r>
              <a:rPr lang="en-US" altLang="zh-CN" sz="2400" kern="100" dirty="0">
                <a:latin typeface="+mj-ea"/>
                <a:ea typeface="+mj-ea"/>
              </a:rPr>
              <a:t>3</a:t>
            </a:r>
            <a:r>
              <a:rPr lang="zh-CN" altLang="zh-CN" sz="2400" kern="100" dirty="0">
                <a:latin typeface="+mj-ea"/>
                <a:ea typeface="+mj-ea"/>
                <a:cs typeface="Times New Roman" panose="02020603050405020304" pitchFamily="18" charset="0"/>
              </a:rPr>
              <a:t>相似，为方便观测，设置一个信号周期为</a:t>
            </a:r>
            <a:r>
              <a:rPr lang="en-US" altLang="zh-CN" sz="2400" kern="100" dirty="0">
                <a:latin typeface="+mj-ea"/>
                <a:ea typeface="+mj-ea"/>
              </a:rPr>
              <a:t>10</a:t>
            </a:r>
            <a:r>
              <a:rPr lang="zh-CN" altLang="zh-CN" sz="2400" kern="100" dirty="0">
                <a:latin typeface="+mj-ea"/>
                <a:ea typeface="+mj-ea"/>
                <a:cs typeface="Times New Roman" panose="02020603050405020304" pitchFamily="18" charset="0"/>
              </a:rPr>
              <a:t>秒。</a:t>
            </a:r>
            <a:endParaRPr lang="zh-CN" altLang="en-US" sz="2400" dirty="0">
              <a:latin typeface="+mj-ea"/>
              <a:ea typeface="+mj-ea"/>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5226050" y="3981450"/>
              <a:ext cx="1543050" cy="63500"/>
            </p14:xfrm>
          </p:contentPart>
        </mc:Choice>
        <mc:Fallback xmlns="">
          <p:pic>
            <p:nvPicPr>
              <p:cNvPr id="3" name="墨迹 2"/>
            </p:nvPicPr>
            <p:blipFill>
              <a:blip r:embed="rId2"/>
            </p:blipFill>
            <p:spPr>
              <a:xfrm>
                <a:off x="5226050" y="3981450"/>
                <a:ext cx="1543050" cy="635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7378700" y="4070350"/>
              <a:ext cx="2120900" cy="95250"/>
            </p14:xfrm>
          </p:contentPart>
        </mc:Choice>
        <mc:Fallback xmlns="">
          <p:pic>
            <p:nvPicPr>
              <p:cNvPr id="4" name="墨迹 3"/>
            </p:nvPicPr>
            <p:blipFill>
              <a:blip r:embed="rId4"/>
            </p:blipFill>
            <p:spPr>
              <a:xfrm>
                <a:off x="7378700" y="4070350"/>
                <a:ext cx="2120900" cy="95250"/>
              </a:xfrm>
              <a:prstGeom prst="rect"/>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709246" y="670799"/>
            <a:ext cx="10515600" cy="775742"/>
          </a:xfrm>
        </p:spPr>
        <p:txBody>
          <a:bodyPr/>
          <a:lstStyle/>
          <a:p>
            <a:pPr lvl="0"/>
            <a:r>
              <a:rPr lang="en-US" altLang="zh-CN" sz="2800" dirty="0">
                <a:solidFill>
                  <a:schemeClr val="accent1">
                    <a:lumMod val="75000"/>
                  </a:schemeClr>
                </a:solidFill>
              </a:rPr>
              <a:t>6. </a:t>
            </a:r>
            <a:r>
              <a:rPr lang="zh-CN" altLang="en-US" sz="2800" dirty="0">
                <a:solidFill>
                  <a:schemeClr val="accent1">
                    <a:lumMod val="75000"/>
                  </a:schemeClr>
                </a:solidFill>
              </a:rPr>
              <a:t>上位机与本地交通灯模块间的串行通信</a:t>
            </a:r>
            <a:endParaRPr lang="zh-CN" altLang="en-US" dirty="0"/>
          </a:p>
        </p:txBody>
      </p:sp>
      <p:sp>
        <p:nvSpPr>
          <p:cNvPr id="6" name="矩形 5"/>
          <p:cNvSpPr/>
          <p:nvPr/>
        </p:nvSpPr>
        <p:spPr>
          <a:xfrm>
            <a:off x="844062" y="1353634"/>
            <a:ext cx="10638692" cy="1689052"/>
          </a:xfrm>
          <a:prstGeom prst="rect">
            <a:avLst/>
          </a:prstGeom>
        </p:spPr>
        <p:txBody>
          <a:bodyPr wrap="square">
            <a:spAutoFit/>
          </a:bodyPr>
          <a:lstStyle/>
          <a:p>
            <a:pPr>
              <a:lnSpc>
                <a:spcPct val="150000"/>
              </a:lnSpc>
            </a:pPr>
            <a:r>
              <a:rPr lang="zh-CN" altLang="en-US" sz="2400" kern="100" dirty="0">
                <a:latin typeface="+mj-ea"/>
                <a:ea typeface="+mj-ea"/>
                <a:cs typeface="Times New Roman" panose="02020603050405020304" pitchFamily="18" charset="0"/>
              </a:rPr>
              <a:t>  为实现交通灯本地状态上报和上位机指令下发，</a:t>
            </a:r>
            <a:r>
              <a:rPr lang="en-US" altLang="zh-CN" sz="2400" kern="100" dirty="0">
                <a:latin typeface="+mj-ea"/>
                <a:ea typeface="+mj-ea"/>
                <a:cs typeface="Times New Roman" panose="02020603050405020304" pitchFamily="18" charset="0"/>
              </a:rPr>
              <a:t>CC2530</a:t>
            </a:r>
            <a:r>
              <a:rPr lang="zh-CN" altLang="en-US" sz="2400" kern="100" dirty="0">
                <a:latin typeface="+mj-ea"/>
                <a:ea typeface="+mj-ea"/>
                <a:cs typeface="Times New Roman" panose="02020603050405020304" pitchFamily="18" charset="0"/>
              </a:rPr>
              <a:t>端设置了串口参数初始化函数</a:t>
            </a:r>
            <a:r>
              <a:rPr lang="en-US" altLang="zh-CN" sz="2400" kern="100" dirty="0" err="1">
                <a:latin typeface="+mj-ea"/>
                <a:ea typeface="+mj-ea"/>
                <a:cs typeface="Times New Roman" panose="02020603050405020304" pitchFamily="18" charset="0"/>
              </a:rPr>
              <a:t>initial_usart</a:t>
            </a:r>
            <a:r>
              <a:rPr lang="en-US" altLang="zh-CN" sz="2400" kern="100" dirty="0">
                <a:latin typeface="+mj-ea"/>
                <a:ea typeface="+mj-ea"/>
                <a:cs typeface="Times New Roman" panose="02020603050405020304" pitchFamily="18" charset="0"/>
              </a:rPr>
              <a:t>()</a:t>
            </a:r>
            <a:r>
              <a:rPr lang="zh-CN" altLang="en-US" sz="2400" kern="100" dirty="0">
                <a:latin typeface="+mj-ea"/>
                <a:ea typeface="+mj-ea"/>
                <a:cs typeface="Times New Roman" panose="02020603050405020304" pitchFamily="18" charset="0"/>
              </a:rPr>
              <a:t>、发送单个字符函数</a:t>
            </a:r>
            <a:r>
              <a:rPr lang="en-US" altLang="zh-CN" sz="2400" kern="100" dirty="0" err="1">
                <a:latin typeface="+mj-ea"/>
                <a:ea typeface="+mj-ea"/>
                <a:cs typeface="Times New Roman" panose="02020603050405020304" pitchFamily="18" charset="0"/>
              </a:rPr>
              <a:t>usart_tx_char</a:t>
            </a:r>
            <a:r>
              <a:rPr lang="en-US" altLang="zh-CN" sz="2400" kern="100" dirty="0">
                <a:latin typeface="+mj-ea"/>
                <a:ea typeface="+mj-ea"/>
                <a:cs typeface="Times New Roman" panose="02020603050405020304" pitchFamily="18" charset="0"/>
              </a:rPr>
              <a:t>(char </a:t>
            </a:r>
            <a:r>
              <a:rPr lang="en-US" altLang="zh-CN" sz="2400" kern="100" dirty="0" err="1">
                <a:latin typeface="+mj-ea"/>
                <a:ea typeface="+mj-ea"/>
                <a:cs typeface="Times New Roman" panose="02020603050405020304" pitchFamily="18" charset="0"/>
              </a:rPr>
              <a:t>data_tx</a:t>
            </a:r>
            <a:r>
              <a:rPr lang="en-US" altLang="zh-CN" sz="2400" kern="100" dirty="0">
                <a:latin typeface="+mj-ea"/>
                <a:ea typeface="+mj-ea"/>
                <a:cs typeface="Times New Roman" panose="02020603050405020304" pitchFamily="18" charset="0"/>
              </a:rPr>
              <a:t>)</a:t>
            </a:r>
            <a:r>
              <a:rPr lang="zh-CN" altLang="en-US" sz="2400" kern="100" dirty="0">
                <a:latin typeface="+mj-ea"/>
                <a:ea typeface="+mj-ea"/>
                <a:cs typeface="Times New Roman" panose="02020603050405020304" pitchFamily="18" charset="0"/>
              </a:rPr>
              <a:t>和发送字符串函数 </a:t>
            </a:r>
            <a:r>
              <a:rPr lang="en-US" altLang="zh-CN" sz="2400" kern="100" dirty="0" err="1">
                <a:latin typeface="+mj-ea"/>
                <a:ea typeface="+mj-ea"/>
                <a:cs typeface="Times New Roman" panose="02020603050405020304" pitchFamily="18" charset="0"/>
              </a:rPr>
              <a:t>usart_tx_string</a:t>
            </a:r>
            <a:r>
              <a:rPr lang="en-US" altLang="zh-CN" sz="2400" kern="100" dirty="0">
                <a:latin typeface="+mj-ea"/>
                <a:ea typeface="+mj-ea"/>
                <a:cs typeface="Times New Roman" panose="02020603050405020304" pitchFamily="18" charset="0"/>
              </a:rPr>
              <a:t>()</a:t>
            </a:r>
            <a:r>
              <a:rPr lang="zh-CN" altLang="en-US" sz="2400" kern="100" dirty="0">
                <a:latin typeface="+mj-ea"/>
                <a:ea typeface="+mj-ea"/>
                <a:cs typeface="Times New Roman" panose="02020603050405020304" pitchFamily="18" charset="0"/>
              </a:rPr>
              <a:t>完成通信的建立和状态上报。</a:t>
            </a:r>
            <a:endParaRPr lang="zh-CN" altLang="en-US" sz="2400" dirty="0">
              <a:latin typeface="+mj-ea"/>
              <a:ea typeface="+mj-ea"/>
            </a:endParaRPr>
          </a:p>
        </p:txBody>
      </p:sp>
      <p:sp>
        <p:nvSpPr>
          <p:cNvPr id="2" name="矩形 1"/>
          <p:cNvSpPr/>
          <p:nvPr/>
        </p:nvSpPr>
        <p:spPr>
          <a:xfrm>
            <a:off x="709246" y="3042686"/>
            <a:ext cx="10673862" cy="3351046"/>
          </a:xfrm>
          <a:prstGeom prst="rect">
            <a:avLst/>
          </a:prstGeom>
        </p:spPr>
        <p:txBody>
          <a:bodyPr wrap="square">
            <a:spAutoFit/>
          </a:bodyPr>
          <a:lstStyle/>
          <a:p>
            <a:pPr indent="266700" algn="just">
              <a:lnSpc>
                <a:spcPct val="150000"/>
              </a:lnSpc>
              <a:spcAft>
                <a:spcPts val="0"/>
              </a:spcAft>
            </a:pPr>
            <a:r>
              <a:rPr lang="zh-CN" altLang="zh-CN" sz="2400" kern="100" dirty="0">
                <a:latin typeface="+mj-ea"/>
                <a:ea typeface="+mj-ea"/>
              </a:rPr>
              <a:t>串口中断服务函数若非限定有效指令即字符</a:t>
            </a:r>
            <a:r>
              <a:rPr lang="en-US" altLang="zh-CN" sz="2400" kern="100" dirty="0">
                <a:latin typeface="+mj-ea"/>
                <a:ea typeface="+mj-ea"/>
              </a:rPr>
              <a:t>“r”</a:t>
            </a:r>
            <a:r>
              <a:rPr lang="zh-CN" altLang="zh-CN" sz="2400" kern="100" dirty="0">
                <a:latin typeface="+mj-ea"/>
                <a:ea typeface="+mj-ea"/>
              </a:rPr>
              <a:t>或“</a:t>
            </a:r>
            <a:r>
              <a:rPr lang="en-US" altLang="zh-CN" sz="2400" kern="100" dirty="0">
                <a:latin typeface="+mj-ea"/>
                <a:ea typeface="+mj-ea"/>
              </a:rPr>
              <a:t>f</a:t>
            </a:r>
            <a:r>
              <a:rPr lang="zh-CN" altLang="zh-CN" sz="2400" kern="100" dirty="0">
                <a:latin typeface="+mj-ea"/>
                <a:ea typeface="+mj-ea"/>
              </a:rPr>
              <a:t>”，则向上位机反馈出错信息“输入指令错”</a:t>
            </a:r>
            <a:r>
              <a:rPr lang="en-US" altLang="zh-CN" sz="2400" kern="100" dirty="0">
                <a:latin typeface="+mj-ea"/>
                <a:ea typeface="+mj-ea"/>
              </a:rPr>
              <a:t>;</a:t>
            </a:r>
            <a:r>
              <a:rPr lang="zh-CN" altLang="zh-CN" sz="2400" kern="100" dirty="0">
                <a:latin typeface="+mj-ea"/>
                <a:ea typeface="+mj-ea"/>
              </a:rPr>
              <a:t>若是合法指令则刷新状态记录变量</a:t>
            </a:r>
            <a:r>
              <a:rPr lang="en-US" altLang="zh-CN" sz="2400" kern="100" dirty="0" err="1">
                <a:latin typeface="+mj-ea"/>
                <a:ea typeface="+mj-ea"/>
              </a:rPr>
              <a:t>oldzt</a:t>
            </a:r>
            <a:r>
              <a:rPr lang="zh-CN" altLang="zh-CN" sz="2400" kern="100" dirty="0">
                <a:latin typeface="+mj-ea"/>
                <a:ea typeface="+mj-ea"/>
              </a:rPr>
              <a:t>、</a:t>
            </a:r>
            <a:r>
              <a:rPr lang="en-US" altLang="zh-CN" sz="2400" kern="100" dirty="0" err="1">
                <a:latin typeface="+mj-ea"/>
                <a:ea typeface="+mj-ea"/>
              </a:rPr>
              <a:t>newzt</a:t>
            </a:r>
            <a:r>
              <a:rPr lang="zh-CN" altLang="zh-CN" sz="2400" kern="100" dirty="0">
                <a:latin typeface="+mj-ea"/>
                <a:ea typeface="+mj-ea"/>
              </a:rPr>
              <a:t>对系统状态进行跟踪，并比对要求的新模式和原本的旧模式是否相同，若不同则执行模式切换，同则忽略本命令，防止因多余的切换造成系统时序错乱。</a:t>
            </a:r>
            <a:endParaRPr lang="en-US" altLang="zh-CN" sz="2400" kern="100" dirty="0">
              <a:latin typeface="+mj-ea"/>
              <a:ea typeface="+mj-ea"/>
            </a:endParaRPr>
          </a:p>
          <a:p>
            <a:pPr indent="266700" algn="just">
              <a:lnSpc>
                <a:spcPct val="150000"/>
              </a:lnSpc>
              <a:spcAft>
                <a:spcPts val="0"/>
              </a:spcAft>
            </a:pPr>
            <a:r>
              <a:rPr lang="zh-CN" altLang="zh-CN" sz="2400" kern="100" dirty="0">
                <a:latin typeface="+mj-ea"/>
                <a:ea typeface="+mj-ea"/>
              </a:rPr>
              <a:t>切入切出正常指挥模式均通过调用</a:t>
            </a:r>
            <a:r>
              <a:rPr lang="en-US" altLang="zh-CN" sz="2400" kern="100" dirty="0">
                <a:latin typeface="+mj-ea"/>
                <a:ea typeface="+mj-ea"/>
              </a:rPr>
              <a:t> start_Timer1()</a:t>
            </a:r>
            <a:r>
              <a:rPr lang="zh-CN" altLang="zh-CN" sz="2400" kern="100" dirty="0">
                <a:latin typeface="+mj-ea"/>
                <a:ea typeface="+mj-ea"/>
              </a:rPr>
              <a:t>、</a:t>
            </a:r>
            <a:r>
              <a:rPr lang="en-US" altLang="zh-CN" sz="2400" kern="100" dirty="0">
                <a:latin typeface="+mj-ea"/>
                <a:ea typeface="+mj-ea"/>
              </a:rPr>
              <a:t>stop_Timer1()</a:t>
            </a:r>
            <a:r>
              <a:rPr lang="zh-CN" altLang="zh-CN" sz="2400" kern="100" dirty="0">
                <a:latin typeface="+mj-ea"/>
                <a:ea typeface="+mj-ea"/>
              </a:rPr>
              <a:t>来进行定时器的管控，定时开启则正常通行模式开启，定时终止则正常模式终止。</a:t>
            </a:r>
            <a:endParaRPr lang="zh-CN" altLang="zh-CN" sz="2400" kern="100" dirty="0">
              <a:effectLst/>
              <a:latin typeface="+mj-ea"/>
              <a:ea typeface="+mj-ea"/>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2743200" y="3105150"/>
              <a:ext cx="1987550" cy="63500"/>
            </p14:xfrm>
          </p:contentPart>
        </mc:Choice>
        <mc:Fallback xmlns="">
          <p:pic>
            <p:nvPicPr>
              <p:cNvPr id="3" name="墨迹 2"/>
            </p:nvPicPr>
            <p:blipFill>
              <a:blip r:embed="rId2"/>
            </p:blipFill>
            <p:spPr>
              <a:xfrm>
                <a:off x="2743200" y="3105150"/>
                <a:ext cx="1987550" cy="63500"/>
              </a:xfrm>
              <a:prstGeom prst="rect"/>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879229" y="801642"/>
            <a:ext cx="5205047" cy="775742"/>
          </a:xfrm>
        </p:spPr>
        <p:txBody>
          <a:bodyPr/>
          <a:lstStyle/>
          <a:p>
            <a:pPr lvl="0"/>
            <a:r>
              <a:rPr lang="en-US" altLang="zh-CN" sz="2800">
                <a:solidFill>
                  <a:schemeClr val="accent1">
                    <a:lumMod val="75000"/>
                  </a:schemeClr>
                </a:solidFill>
              </a:rPr>
              <a:t>7.</a:t>
            </a:r>
            <a:r>
              <a:rPr lang="zh-CN" altLang="en-US" sz="2800">
                <a:solidFill>
                  <a:schemeClr val="accent1">
                    <a:lumMod val="75000"/>
                  </a:schemeClr>
                </a:solidFill>
              </a:rPr>
              <a:t>按键检测与模式切换控制</a:t>
            </a:r>
            <a:endParaRPr lang="zh-CN" altLang="en-US" sz="2800">
              <a:solidFill>
                <a:schemeClr val="accent1">
                  <a:lumMod val="75000"/>
                </a:schemeClr>
              </a:solidFill>
            </a:endParaRPr>
          </a:p>
        </p:txBody>
      </p:sp>
      <p:sp>
        <p:nvSpPr>
          <p:cNvPr id="2" name="矩形 1"/>
          <p:cNvSpPr/>
          <p:nvPr/>
        </p:nvSpPr>
        <p:spPr>
          <a:xfrm>
            <a:off x="1254369" y="1577384"/>
            <a:ext cx="4302369" cy="3416320"/>
          </a:xfrm>
          <a:prstGeom prst="rect">
            <a:avLst/>
          </a:prstGeom>
        </p:spPr>
        <p:txBody>
          <a:bodyPr wrap="square">
            <a:spAutoFit/>
          </a:bodyPr>
          <a:lstStyle/>
          <a:p>
            <a:r>
              <a:rPr lang="zh-CN" altLang="zh-CN" sz="2400" kern="100" dirty="0">
                <a:latin typeface="+mj-ea"/>
                <a:ea typeface="+mj-ea"/>
                <a:cs typeface="Times New Roman" panose="02020603050405020304" pitchFamily="18" charset="0"/>
              </a:rPr>
              <a:t>串口指定对应的端口</a:t>
            </a:r>
            <a:r>
              <a:rPr lang="en-US" altLang="zh-CN" sz="2400" kern="100" dirty="0">
                <a:latin typeface="+mj-ea"/>
                <a:ea typeface="+mj-ea"/>
              </a:rPr>
              <a:t>P1</a:t>
            </a:r>
            <a:r>
              <a:rPr lang="zh-CN" altLang="zh-CN" sz="2400" kern="100" dirty="0">
                <a:latin typeface="+mj-ea"/>
                <a:ea typeface="+mj-ea"/>
                <a:cs typeface="Times New Roman" panose="02020603050405020304" pitchFamily="18" charset="0"/>
              </a:rPr>
              <a:t>引脚的初始化和中断使能见函数</a:t>
            </a:r>
            <a:r>
              <a:rPr lang="en-US" altLang="zh-CN" sz="2400" kern="100" dirty="0">
                <a:latin typeface="+mj-ea"/>
                <a:ea typeface="+mj-ea"/>
              </a:rPr>
              <a:t>initial_P1_interrupt()</a:t>
            </a:r>
            <a:r>
              <a:rPr lang="zh-CN" altLang="zh-CN" sz="2400" kern="100" dirty="0">
                <a:latin typeface="+mj-ea"/>
                <a:ea typeface="+mj-ea"/>
                <a:cs typeface="Times New Roman" panose="02020603050405020304" pitchFamily="18" charset="0"/>
              </a:rPr>
              <a:t>。按键引起的中断响应和处理见中断服务函数</a:t>
            </a:r>
            <a:r>
              <a:rPr lang="en-US" altLang="zh-CN" sz="2400" kern="100" dirty="0">
                <a:latin typeface="+mj-ea"/>
                <a:ea typeface="+mj-ea"/>
              </a:rPr>
              <a:t>P1_ISR(void)</a:t>
            </a:r>
            <a:r>
              <a:rPr lang="zh-CN" altLang="zh-CN" sz="2400" kern="100" dirty="0">
                <a:latin typeface="+mj-ea"/>
                <a:ea typeface="+mj-ea"/>
                <a:cs typeface="Times New Roman" panose="02020603050405020304" pitchFamily="18" charset="0"/>
              </a:rPr>
              <a:t>来实现，其中识别到按键中断时，命令</a:t>
            </a:r>
            <a:r>
              <a:rPr lang="en-US" altLang="zh-CN" sz="2400" kern="100" dirty="0">
                <a:latin typeface="+mj-ea"/>
                <a:ea typeface="+mj-ea"/>
              </a:rPr>
              <a:t>“</a:t>
            </a:r>
            <a:r>
              <a:rPr lang="en-US" altLang="zh-CN" sz="2400" kern="100" dirty="0" err="1">
                <a:latin typeface="+mj-ea"/>
                <a:ea typeface="+mj-ea"/>
              </a:rPr>
              <a:t>oldzt</a:t>
            </a:r>
            <a:r>
              <a:rPr lang="en-US" altLang="zh-CN" sz="2400" kern="100" dirty="0">
                <a:latin typeface="+mj-ea"/>
                <a:ea typeface="+mj-ea"/>
              </a:rPr>
              <a:t>=</a:t>
            </a:r>
            <a:r>
              <a:rPr lang="en-US" altLang="zh-CN" sz="2400" kern="100" dirty="0" err="1">
                <a:latin typeface="+mj-ea"/>
                <a:ea typeface="+mj-ea"/>
              </a:rPr>
              <a:t>newzt</a:t>
            </a:r>
            <a:r>
              <a:rPr lang="en-US" altLang="zh-CN" sz="2400" kern="100" dirty="0">
                <a:latin typeface="+mj-ea"/>
                <a:ea typeface="+mj-ea"/>
              </a:rPr>
              <a:t>; </a:t>
            </a:r>
            <a:r>
              <a:rPr lang="en-US" altLang="zh-CN" sz="2400" kern="100" dirty="0" err="1">
                <a:latin typeface="+mj-ea"/>
                <a:ea typeface="+mj-ea"/>
              </a:rPr>
              <a:t>newzt</a:t>
            </a:r>
            <a:r>
              <a:rPr lang="en-US" altLang="zh-CN" sz="2400" kern="100" dirty="0">
                <a:latin typeface="+mj-ea"/>
                <a:ea typeface="+mj-ea"/>
              </a:rPr>
              <a:t>=1-newzt;”</a:t>
            </a:r>
            <a:r>
              <a:rPr lang="zh-CN" altLang="zh-CN" sz="2400" kern="100" dirty="0">
                <a:latin typeface="+mj-ea"/>
                <a:ea typeface="+mj-ea"/>
                <a:cs typeface="Times New Roman" panose="02020603050405020304" pitchFamily="18" charset="0"/>
              </a:rPr>
              <a:t>实现状态翻转式简单模式切换控制，</a:t>
            </a:r>
            <a:endParaRPr lang="zh-CN" altLang="en-US" sz="2400" dirty="0">
              <a:latin typeface="+mj-ea"/>
              <a:ea typeface="+mj-ea"/>
            </a:endParaRPr>
          </a:p>
        </p:txBody>
      </p:sp>
      <p:sp>
        <p:nvSpPr>
          <p:cNvPr id="6" name="标题 1"/>
          <p:cNvSpPr txBox="1"/>
          <p:nvPr/>
        </p:nvSpPr>
        <p:spPr>
          <a:xfrm>
            <a:off x="6828694" y="801642"/>
            <a:ext cx="6260122" cy="775742"/>
          </a:xfrm>
        </p:spPr>
        <p:txBody>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en-US" altLang="zh-CN" sz="2800">
                <a:solidFill>
                  <a:schemeClr val="accent1">
                    <a:lumMod val="75000"/>
                  </a:schemeClr>
                </a:solidFill>
              </a:rPr>
              <a:t>8.</a:t>
            </a:r>
            <a:r>
              <a:rPr lang="zh-CN" altLang="en-US" sz="2800">
                <a:solidFill>
                  <a:schemeClr val="accent1">
                    <a:lumMod val="75000"/>
                  </a:schemeClr>
                </a:solidFill>
              </a:rPr>
              <a:t>多路中断的设置</a:t>
            </a:r>
            <a:endParaRPr lang="zh-CN" altLang="en-US" sz="2800">
              <a:solidFill>
                <a:schemeClr val="accent1">
                  <a:lumMod val="75000"/>
                </a:schemeClr>
              </a:solidFill>
            </a:endParaRPr>
          </a:p>
        </p:txBody>
      </p:sp>
      <p:sp>
        <p:nvSpPr>
          <p:cNvPr id="5" name="矩形 4"/>
          <p:cNvSpPr/>
          <p:nvPr/>
        </p:nvSpPr>
        <p:spPr>
          <a:xfrm>
            <a:off x="6828694" y="1577384"/>
            <a:ext cx="4044462" cy="2677656"/>
          </a:xfrm>
          <a:prstGeom prst="rect">
            <a:avLst/>
          </a:prstGeom>
        </p:spPr>
        <p:txBody>
          <a:bodyPr wrap="square">
            <a:spAutoFit/>
          </a:bodyPr>
          <a:lstStyle/>
          <a:p>
            <a:r>
              <a:rPr lang="zh-CN" altLang="zh-CN" sz="2400" kern="100" dirty="0">
                <a:latin typeface="+mj-ea"/>
                <a:ea typeface="+mj-ea"/>
                <a:cs typeface="Times New Roman" panose="02020603050405020304" pitchFamily="18" charset="0"/>
              </a:rPr>
              <a:t>按键</a:t>
            </a:r>
            <a:r>
              <a:rPr lang="en-US" altLang="zh-CN" sz="2400" kern="100" dirty="0">
                <a:latin typeface="+mj-ea"/>
                <a:ea typeface="+mj-ea"/>
              </a:rPr>
              <a:t>P1</a:t>
            </a:r>
            <a:r>
              <a:rPr lang="zh-CN" altLang="zh-CN" sz="2400" kern="100" dirty="0">
                <a:latin typeface="+mj-ea"/>
                <a:ea typeface="+mj-ea"/>
                <a:cs typeface="Times New Roman" panose="02020603050405020304" pitchFamily="18" charset="0"/>
              </a:rPr>
              <a:t>中断、串口</a:t>
            </a:r>
            <a:r>
              <a:rPr lang="en-US" altLang="zh-CN" sz="2400" kern="100" dirty="0">
                <a:latin typeface="+mj-ea"/>
                <a:ea typeface="+mj-ea"/>
              </a:rPr>
              <a:t>UART0</a:t>
            </a:r>
            <a:r>
              <a:rPr lang="zh-CN" altLang="zh-CN" sz="2400" kern="100" dirty="0">
                <a:latin typeface="+mj-ea"/>
                <a:ea typeface="+mj-ea"/>
                <a:cs typeface="Times New Roman" panose="02020603050405020304" pitchFamily="18" charset="0"/>
              </a:rPr>
              <a:t>、</a:t>
            </a:r>
            <a:r>
              <a:rPr lang="en-US" altLang="zh-CN" sz="2400" kern="100" dirty="0">
                <a:latin typeface="+mj-ea"/>
                <a:ea typeface="+mj-ea"/>
              </a:rPr>
              <a:t>TIMER1</a:t>
            </a:r>
            <a:r>
              <a:rPr lang="zh-CN" altLang="zh-CN" sz="2400" kern="100" dirty="0">
                <a:latin typeface="+mj-ea"/>
                <a:ea typeface="+mj-ea"/>
                <a:cs typeface="Times New Roman" panose="02020603050405020304" pitchFamily="18" charset="0"/>
              </a:rPr>
              <a:t>，三者分别在第</a:t>
            </a:r>
            <a:r>
              <a:rPr lang="en-US" altLang="zh-CN" sz="2400" kern="100" dirty="0">
                <a:latin typeface="+mj-ea"/>
                <a:ea typeface="+mj-ea"/>
              </a:rPr>
              <a:t>4</a:t>
            </a:r>
            <a:r>
              <a:rPr lang="zh-CN" altLang="zh-CN" sz="2400" kern="100" dirty="0">
                <a:latin typeface="+mj-ea"/>
                <a:ea typeface="+mj-ea"/>
                <a:cs typeface="Times New Roman" panose="02020603050405020304" pitchFamily="18" charset="0"/>
              </a:rPr>
              <a:t>组、第</a:t>
            </a:r>
            <a:r>
              <a:rPr lang="en-US" altLang="zh-CN" sz="2400" kern="100" dirty="0">
                <a:latin typeface="+mj-ea"/>
                <a:ea typeface="+mj-ea"/>
              </a:rPr>
              <a:t>2</a:t>
            </a:r>
            <a:r>
              <a:rPr lang="zh-CN" altLang="zh-CN" sz="2400" kern="100" dirty="0">
                <a:latin typeface="+mj-ea"/>
                <a:ea typeface="+mj-ea"/>
                <a:cs typeface="Times New Roman" panose="02020603050405020304" pitchFamily="18" charset="0"/>
              </a:rPr>
              <a:t>组、第</a:t>
            </a:r>
            <a:r>
              <a:rPr lang="en-US" altLang="zh-CN" sz="2400" kern="100" dirty="0">
                <a:latin typeface="+mj-ea"/>
                <a:ea typeface="+mj-ea"/>
              </a:rPr>
              <a:t>1</a:t>
            </a:r>
            <a:r>
              <a:rPr lang="zh-CN" altLang="zh-CN" sz="2400" kern="100" dirty="0">
                <a:latin typeface="+mj-ea"/>
                <a:ea typeface="+mj-ea"/>
                <a:cs typeface="Times New Roman" panose="02020603050405020304" pitchFamily="18" charset="0"/>
              </a:rPr>
              <a:t>组中，故规划通过</a:t>
            </a:r>
            <a:r>
              <a:rPr lang="en-US" altLang="zh-CN" sz="2400" kern="100" dirty="0">
                <a:latin typeface="+mj-ea"/>
                <a:ea typeface="+mj-ea"/>
              </a:rPr>
              <a:t>IP1</a:t>
            </a:r>
            <a:r>
              <a:rPr lang="zh-CN" altLang="zh-CN" sz="2400" kern="100" dirty="0">
                <a:latin typeface="+mj-ea"/>
                <a:ea typeface="+mj-ea"/>
                <a:cs typeface="Times New Roman" panose="02020603050405020304" pitchFamily="18" charset="0"/>
              </a:rPr>
              <a:t>、</a:t>
            </a:r>
            <a:r>
              <a:rPr lang="en-US" altLang="zh-CN" sz="2400" kern="100" dirty="0">
                <a:latin typeface="+mj-ea"/>
                <a:ea typeface="+mj-ea"/>
              </a:rPr>
              <a:t>IP2</a:t>
            </a:r>
            <a:r>
              <a:rPr lang="zh-CN" altLang="zh-CN" sz="2400" kern="100" dirty="0">
                <a:latin typeface="+mj-ea"/>
                <a:ea typeface="+mj-ea"/>
                <a:cs typeface="Times New Roman" panose="02020603050405020304" pitchFamily="18" charset="0"/>
              </a:rPr>
              <a:t>设置各组中断源优先级为第</a:t>
            </a:r>
            <a:r>
              <a:rPr lang="en-US" altLang="zh-CN" sz="2400" kern="100" dirty="0">
                <a:latin typeface="+mj-ea"/>
                <a:ea typeface="+mj-ea"/>
              </a:rPr>
              <a:t>4</a:t>
            </a:r>
            <a:r>
              <a:rPr lang="zh-CN" altLang="zh-CN" sz="2400" kern="100" dirty="0">
                <a:latin typeface="+mj-ea"/>
                <a:ea typeface="+mj-ea"/>
                <a:cs typeface="Times New Roman" panose="02020603050405020304" pitchFamily="18" charset="0"/>
              </a:rPr>
              <a:t>组为</a:t>
            </a:r>
            <a:r>
              <a:rPr lang="en-US" altLang="zh-CN" sz="2400" kern="100" dirty="0">
                <a:latin typeface="+mj-ea"/>
                <a:ea typeface="+mj-ea"/>
              </a:rPr>
              <a:t>3</a:t>
            </a:r>
            <a:r>
              <a:rPr lang="zh-CN" altLang="zh-CN" sz="2400" kern="100" dirty="0">
                <a:latin typeface="+mj-ea"/>
                <a:ea typeface="+mj-ea"/>
                <a:cs typeface="Times New Roman" panose="02020603050405020304" pitchFamily="18" charset="0"/>
              </a:rPr>
              <a:t>级，第</a:t>
            </a:r>
            <a:r>
              <a:rPr lang="en-US" altLang="zh-CN" sz="2400" kern="100" dirty="0">
                <a:latin typeface="+mj-ea"/>
                <a:ea typeface="+mj-ea"/>
              </a:rPr>
              <a:t>2</a:t>
            </a:r>
            <a:r>
              <a:rPr lang="zh-CN" altLang="zh-CN" sz="2400" kern="100" dirty="0">
                <a:latin typeface="+mj-ea"/>
                <a:ea typeface="+mj-ea"/>
                <a:cs typeface="Times New Roman" panose="02020603050405020304" pitchFamily="18" charset="0"/>
              </a:rPr>
              <a:t>组为</a:t>
            </a:r>
            <a:r>
              <a:rPr lang="en-US" altLang="zh-CN" sz="2400" kern="100" dirty="0">
                <a:latin typeface="+mj-ea"/>
                <a:ea typeface="+mj-ea"/>
              </a:rPr>
              <a:t>2</a:t>
            </a:r>
            <a:r>
              <a:rPr lang="zh-CN" altLang="en-US" sz="2400" kern="100" dirty="0">
                <a:latin typeface="+mj-ea"/>
                <a:ea typeface="+mj-ea"/>
                <a:cs typeface="Times New Roman" panose="02020603050405020304" pitchFamily="18" charset="0"/>
              </a:rPr>
              <a:t>级</a:t>
            </a:r>
            <a:r>
              <a:rPr lang="zh-CN" altLang="zh-CN" sz="2400" kern="100" dirty="0">
                <a:latin typeface="+mj-ea"/>
                <a:ea typeface="+mj-ea"/>
                <a:cs typeface="Times New Roman" panose="02020603050405020304" pitchFamily="18" charset="0"/>
              </a:rPr>
              <a:t>、第</a:t>
            </a:r>
            <a:r>
              <a:rPr lang="en-US" altLang="zh-CN" sz="2400" kern="100" dirty="0">
                <a:latin typeface="+mj-ea"/>
                <a:ea typeface="+mj-ea"/>
              </a:rPr>
              <a:t>1</a:t>
            </a:r>
            <a:r>
              <a:rPr lang="zh-CN" altLang="zh-CN" sz="2400" kern="100" dirty="0">
                <a:latin typeface="+mj-ea"/>
                <a:ea typeface="+mj-ea"/>
                <a:cs typeface="Times New Roman" panose="02020603050405020304" pitchFamily="18" charset="0"/>
              </a:rPr>
              <a:t>组为</a:t>
            </a:r>
            <a:r>
              <a:rPr lang="en-US" altLang="zh-CN" sz="2400" kern="100" dirty="0">
                <a:latin typeface="+mj-ea"/>
                <a:ea typeface="+mj-ea"/>
              </a:rPr>
              <a:t>1</a:t>
            </a:r>
            <a:r>
              <a:rPr lang="zh-CN" altLang="en-US" sz="2400" kern="100" dirty="0">
                <a:latin typeface="+mj-ea"/>
                <a:ea typeface="+mj-ea"/>
                <a:cs typeface="Times New Roman" panose="02020603050405020304" pitchFamily="18" charset="0"/>
              </a:rPr>
              <a:t>级</a:t>
            </a:r>
            <a:r>
              <a:rPr lang="zh-CN" altLang="zh-CN" sz="2400" kern="100" dirty="0">
                <a:latin typeface="+mj-ea"/>
                <a:ea typeface="+mj-ea"/>
                <a:cs typeface="Times New Roman" panose="02020603050405020304" pitchFamily="18" charset="0"/>
              </a:rPr>
              <a:t>，其他组为</a:t>
            </a:r>
            <a:r>
              <a:rPr lang="en-US" altLang="zh-CN" sz="2400" kern="100" dirty="0">
                <a:latin typeface="+mj-ea"/>
                <a:ea typeface="+mj-ea"/>
              </a:rPr>
              <a:t>0</a:t>
            </a:r>
            <a:r>
              <a:rPr lang="zh-CN" altLang="zh-CN" sz="2400" kern="100" dirty="0">
                <a:latin typeface="+mj-ea"/>
                <a:ea typeface="+mj-ea"/>
                <a:cs typeface="Times New Roman" panose="02020603050405020304" pitchFamily="18" charset="0"/>
              </a:rPr>
              <a:t>级</a:t>
            </a:r>
            <a:endParaRPr lang="zh-CN" altLang="en-US" sz="2400" dirty="0">
              <a:latin typeface="+mj-ea"/>
              <a:ea typeface="+mj-ea"/>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6508750" y="698500"/>
              <a:ext cx="2432050" cy="679450"/>
            </p14:xfrm>
          </p:contentPart>
        </mc:Choice>
        <mc:Fallback xmlns="">
          <p:pic>
            <p:nvPicPr>
              <p:cNvPr id="3" name="墨迹 2"/>
            </p:nvPicPr>
            <p:blipFill>
              <a:blip r:embed="rId2"/>
            </p:blipFill>
            <p:spPr>
              <a:xfrm>
                <a:off x="6508750" y="698500"/>
                <a:ext cx="2432050" cy="679450"/>
              </a:xfrm>
              <a:prstGeom prst="rect"/>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62990" y="802005"/>
            <a:ext cx="7793355" cy="5556250"/>
          </a:xfrm>
          <a:prstGeom prst="rect">
            <a:avLst/>
          </a:prstGeom>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1231900" y="698500"/>
              <a:ext cx="533400" cy="488950"/>
            </p14:xfrm>
          </p:contentPart>
        </mc:Choice>
        <mc:Fallback xmlns="">
          <p:pic>
            <p:nvPicPr>
              <p:cNvPr id="2" name="墨迹 1"/>
            </p:nvPicPr>
            <p:blipFill>
              <a:blip r:embed="rId3"/>
            </p:blipFill>
            <p:spPr>
              <a:xfrm>
                <a:off x="1231900" y="698500"/>
                <a:ext cx="533400" cy="4889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1155700" y="3409950"/>
              <a:ext cx="628650" cy="533400"/>
            </p14:xfrm>
          </p:contentPart>
        </mc:Choice>
        <mc:Fallback xmlns="">
          <p:pic>
            <p:nvPicPr>
              <p:cNvPr id="4" name="墨迹 3"/>
            </p:nvPicPr>
            <p:blipFill>
              <a:blip r:embed="rId5"/>
            </p:blipFill>
            <p:spPr>
              <a:xfrm>
                <a:off x="1155700" y="3409950"/>
                <a:ext cx="628650" cy="5334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488950" y="4616450"/>
              <a:ext cx="12700" cy="360"/>
            </p14:xfrm>
          </p:contentPart>
        </mc:Choice>
        <mc:Fallback xmlns="">
          <p:pic>
            <p:nvPicPr>
              <p:cNvPr id="5" name="墨迹 4"/>
            </p:nvPicPr>
            <p:blipFill>
              <a:blip r:embed="rId7"/>
            </p:blipFill>
            <p:spPr>
              <a:xfrm>
                <a:off x="488950" y="4616450"/>
                <a:ext cx="1270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8972550" y="736600"/>
              <a:ext cx="101600" cy="177800"/>
            </p14:xfrm>
          </p:contentPart>
        </mc:Choice>
        <mc:Fallback xmlns="">
          <p:pic>
            <p:nvPicPr>
              <p:cNvPr id="6" name="墨迹 5"/>
            </p:nvPicPr>
            <p:blipFill>
              <a:blip r:embed="rId9"/>
            </p:blipFill>
            <p:spPr>
              <a:xfrm>
                <a:off x="8972550" y="736600"/>
                <a:ext cx="101600" cy="1778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7" name="墨迹 6"/>
              <p14:cNvContentPartPr/>
              <p14:nvPr/>
            </p14:nvContentPartPr>
            <p14:xfrm>
              <a:off x="9207500" y="736600"/>
              <a:ext cx="127000" cy="146050"/>
            </p14:xfrm>
          </p:contentPart>
        </mc:Choice>
        <mc:Fallback xmlns="">
          <p:pic>
            <p:nvPicPr>
              <p:cNvPr id="7" name="墨迹 6"/>
            </p:nvPicPr>
            <p:blipFill>
              <a:blip r:embed="rId11"/>
            </p:blipFill>
            <p:spPr>
              <a:xfrm>
                <a:off x="9207500" y="736600"/>
                <a:ext cx="127000" cy="1460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8" name="墨迹 7"/>
              <p14:cNvContentPartPr/>
              <p14:nvPr/>
            </p14:nvContentPartPr>
            <p14:xfrm>
              <a:off x="9448800" y="736600"/>
              <a:ext cx="120650" cy="101600"/>
            </p14:xfrm>
          </p:contentPart>
        </mc:Choice>
        <mc:Fallback xmlns="">
          <p:pic>
            <p:nvPicPr>
              <p:cNvPr id="8" name="墨迹 7"/>
            </p:nvPicPr>
            <p:blipFill>
              <a:blip r:embed="rId13"/>
            </p:blipFill>
            <p:spPr>
              <a:xfrm>
                <a:off x="9448800" y="736600"/>
                <a:ext cx="120650" cy="1016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 name="墨迹 8"/>
              <p14:cNvContentPartPr/>
              <p14:nvPr/>
            </p14:nvContentPartPr>
            <p14:xfrm>
              <a:off x="9747250" y="577850"/>
              <a:ext cx="19050" cy="431800"/>
            </p14:xfrm>
          </p:contentPart>
        </mc:Choice>
        <mc:Fallback xmlns="">
          <p:pic>
            <p:nvPicPr>
              <p:cNvPr id="9" name="墨迹 8"/>
            </p:nvPicPr>
            <p:blipFill>
              <a:blip r:embed="rId15"/>
            </p:blipFill>
            <p:spPr>
              <a:xfrm>
                <a:off x="9747250" y="577850"/>
                <a:ext cx="19050" cy="4318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 name="墨迹 9"/>
              <p14:cNvContentPartPr/>
              <p14:nvPr/>
            </p14:nvContentPartPr>
            <p14:xfrm>
              <a:off x="9963150" y="692150"/>
              <a:ext cx="152400" cy="158750"/>
            </p14:xfrm>
          </p:contentPart>
        </mc:Choice>
        <mc:Fallback xmlns="">
          <p:pic>
            <p:nvPicPr>
              <p:cNvPr id="10" name="墨迹 9"/>
            </p:nvPicPr>
            <p:blipFill>
              <a:blip r:embed="rId17"/>
            </p:blipFill>
            <p:spPr>
              <a:xfrm>
                <a:off x="9963150" y="692150"/>
                <a:ext cx="152400" cy="1587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1" name="墨迹 10"/>
              <p14:cNvContentPartPr/>
              <p14:nvPr/>
            </p14:nvContentPartPr>
            <p14:xfrm>
              <a:off x="10267950" y="603250"/>
              <a:ext cx="44450" cy="431800"/>
            </p14:xfrm>
          </p:contentPart>
        </mc:Choice>
        <mc:Fallback xmlns="">
          <p:pic>
            <p:nvPicPr>
              <p:cNvPr id="11" name="墨迹 10"/>
            </p:nvPicPr>
            <p:blipFill>
              <a:blip r:embed="rId19"/>
            </p:blipFill>
            <p:spPr>
              <a:xfrm>
                <a:off x="10267950" y="603250"/>
                <a:ext cx="44450" cy="4318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2" name="墨迹 11"/>
              <p14:cNvContentPartPr/>
              <p14:nvPr/>
            </p14:nvContentPartPr>
            <p14:xfrm>
              <a:off x="10471150" y="717550"/>
              <a:ext cx="127000" cy="158750"/>
            </p14:xfrm>
          </p:contentPart>
        </mc:Choice>
        <mc:Fallback xmlns="">
          <p:pic>
            <p:nvPicPr>
              <p:cNvPr id="12" name="墨迹 11"/>
            </p:nvPicPr>
            <p:blipFill>
              <a:blip r:embed="rId21"/>
            </p:blipFill>
            <p:spPr>
              <a:xfrm>
                <a:off x="10471150" y="717550"/>
                <a:ext cx="127000" cy="1587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3" name="墨迹 12"/>
              <p14:cNvContentPartPr/>
              <p14:nvPr/>
            </p14:nvContentPartPr>
            <p14:xfrm>
              <a:off x="10725150" y="730250"/>
              <a:ext cx="133350" cy="152400"/>
            </p14:xfrm>
          </p:contentPart>
        </mc:Choice>
        <mc:Fallback xmlns="">
          <p:pic>
            <p:nvPicPr>
              <p:cNvPr id="13" name="墨迹 12"/>
            </p:nvPicPr>
            <p:blipFill>
              <a:blip r:embed="rId23"/>
            </p:blipFill>
            <p:spPr>
              <a:xfrm>
                <a:off x="10725150" y="730250"/>
                <a:ext cx="133350" cy="1524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4" name="墨迹 13"/>
              <p14:cNvContentPartPr/>
              <p14:nvPr/>
            </p14:nvContentPartPr>
            <p14:xfrm>
              <a:off x="8966200" y="1238250"/>
              <a:ext cx="203200" cy="177800"/>
            </p14:xfrm>
          </p:contentPart>
        </mc:Choice>
        <mc:Fallback xmlns="">
          <p:pic>
            <p:nvPicPr>
              <p:cNvPr id="14" name="墨迹 13"/>
            </p:nvPicPr>
            <p:blipFill>
              <a:blip r:embed="rId25"/>
            </p:blipFill>
            <p:spPr>
              <a:xfrm>
                <a:off x="8966200" y="1238250"/>
                <a:ext cx="203200" cy="17780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5" name="墨迹 14"/>
              <p14:cNvContentPartPr/>
              <p14:nvPr/>
            </p14:nvContentPartPr>
            <p14:xfrm>
              <a:off x="9213850" y="1225550"/>
              <a:ext cx="228600" cy="177800"/>
            </p14:xfrm>
          </p:contentPart>
        </mc:Choice>
        <mc:Fallback xmlns="">
          <p:pic>
            <p:nvPicPr>
              <p:cNvPr id="15" name="墨迹 14"/>
            </p:nvPicPr>
            <p:blipFill>
              <a:blip r:embed="rId27"/>
            </p:blipFill>
            <p:spPr>
              <a:xfrm>
                <a:off x="9213850" y="1225550"/>
                <a:ext cx="228600" cy="17780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6" name="墨迹 15"/>
              <p14:cNvContentPartPr/>
              <p14:nvPr/>
            </p14:nvContentPartPr>
            <p14:xfrm>
              <a:off x="9429750" y="1231900"/>
              <a:ext cx="254000" cy="139700"/>
            </p14:xfrm>
          </p:contentPart>
        </mc:Choice>
        <mc:Fallback xmlns="">
          <p:pic>
            <p:nvPicPr>
              <p:cNvPr id="16" name="墨迹 15"/>
            </p:nvPicPr>
            <p:blipFill>
              <a:blip r:embed="rId29"/>
            </p:blipFill>
            <p:spPr>
              <a:xfrm>
                <a:off x="9429750" y="1231900"/>
                <a:ext cx="254000" cy="13970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7" name="墨迹 16"/>
              <p14:cNvContentPartPr/>
              <p14:nvPr/>
            </p14:nvContentPartPr>
            <p14:xfrm>
              <a:off x="9728200" y="1168400"/>
              <a:ext cx="19050" cy="266700"/>
            </p14:xfrm>
          </p:contentPart>
        </mc:Choice>
        <mc:Fallback xmlns="">
          <p:pic>
            <p:nvPicPr>
              <p:cNvPr id="17" name="墨迹 16"/>
            </p:nvPicPr>
            <p:blipFill>
              <a:blip r:embed="rId31"/>
            </p:blipFill>
            <p:spPr>
              <a:xfrm>
                <a:off x="9728200" y="1168400"/>
                <a:ext cx="19050" cy="26670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8" name="墨迹 17"/>
              <p14:cNvContentPartPr/>
              <p14:nvPr/>
            </p14:nvContentPartPr>
            <p14:xfrm>
              <a:off x="9956800" y="1212850"/>
              <a:ext cx="127000" cy="165100"/>
            </p14:xfrm>
          </p:contentPart>
        </mc:Choice>
        <mc:Fallback xmlns="">
          <p:pic>
            <p:nvPicPr>
              <p:cNvPr id="18" name="墨迹 17"/>
            </p:nvPicPr>
            <p:blipFill>
              <a:blip r:embed="rId33"/>
            </p:blipFill>
            <p:spPr>
              <a:xfrm>
                <a:off x="9956800" y="1212850"/>
                <a:ext cx="127000" cy="16510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9" name="墨迹 18"/>
              <p14:cNvContentPartPr/>
              <p14:nvPr/>
            </p14:nvContentPartPr>
            <p14:xfrm>
              <a:off x="10274300" y="1263650"/>
              <a:ext cx="152400" cy="120650"/>
            </p14:xfrm>
          </p:contentPart>
        </mc:Choice>
        <mc:Fallback xmlns="">
          <p:pic>
            <p:nvPicPr>
              <p:cNvPr id="19" name="墨迹 18"/>
            </p:nvPicPr>
            <p:blipFill>
              <a:blip r:embed="rId35"/>
            </p:blipFill>
            <p:spPr>
              <a:xfrm>
                <a:off x="10274300" y="1263650"/>
                <a:ext cx="152400" cy="12065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0" name="墨迹 19"/>
              <p14:cNvContentPartPr/>
              <p14:nvPr/>
            </p14:nvContentPartPr>
            <p14:xfrm>
              <a:off x="10579100" y="1117600"/>
              <a:ext cx="6350" cy="234950"/>
            </p14:xfrm>
          </p:contentPart>
        </mc:Choice>
        <mc:Fallback xmlns="">
          <p:pic>
            <p:nvPicPr>
              <p:cNvPr id="20" name="墨迹 19"/>
            </p:nvPicPr>
            <p:blipFill>
              <a:blip r:embed="rId37"/>
            </p:blipFill>
            <p:spPr>
              <a:xfrm>
                <a:off x="10579100" y="1117600"/>
                <a:ext cx="6350" cy="23495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1" name="墨迹 20"/>
              <p14:cNvContentPartPr/>
              <p14:nvPr/>
            </p14:nvContentPartPr>
            <p14:xfrm>
              <a:off x="10642600" y="1155700"/>
              <a:ext cx="234950" cy="209550"/>
            </p14:xfrm>
          </p:contentPart>
        </mc:Choice>
        <mc:Fallback xmlns="">
          <p:pic>
            <p:nvPicPr>
              <p:cNvPr id="21" name="墨迹 20"/>
            </p:nvPicPr>
            <p:blipFill>
              <a:blip r:embed="rId39"/>
            </p:blipFill>
            <p:spPr>
              <a:xfrm>
                <a:off x="10642600" y="1155700"/>
                <a:ext cx="234950" cy="20955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2" name="墨迹 21"/>
              <p14:cNvContentPartPr/>
              <p14:nvPr/>
            </p14:nvContentPartPr>
            <p14:xfrm>
              <a:off x="4730750" y="2584450"/>
              <a:ext cx="590550" cy="692150"/>
            </p14:xfrm>
          </p:contentPart>
        </mc:Choice>
        <mc:Fallback xmlns="">
          <p:pic>
            <p:nvPicPr>
              <p:cNvPr id="22" name="墨迹 21"/>
            </p:nvPicPr>
            <p:blipFill>
              <a:blip r:embed="rId41"/>
            </p:blipFill>
            <p:spPr>
              <a:xfrm>
                <a:off x="4730750" y="2584450"/>
                <a:ext cx="590550" cy="69215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3" name="墨迹 22"/>
              <p14:cNvContentPartPr/>
              <p14:nvPr/>
            </p14:nvContentPartPr>
            <p14:xfrm>
              <a:off x="4832350" y="1714500"/>
              <a:ext cx="463550" cy="381000"/>
            </p14:xfrm>
          </p:contentPart>
        </mc:Choice>
        <mc:Fallback xmlns="">
          <p:pic>
            <p:nvPicPr>
              <p:cNvPr id="23" name="墨迹 22"/>
            </p:nvPicPr>
            <p:blipFill>
              <a:blip r:embed="rId43"/>
            </p:blipFill>
            <p:spPr>
              <a:xfrm>
                <a:off x="4832350" y="1714500"/>
                <a:ext cx="463550" cy="38100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4" name="墨迹 23"/>
              <p14:cNvContentPartPr/>
              <p14:nvPr/>
            </p14:nvContentPartPr>
            <p14:xfrm>
              <a:off x="9613900" y="1536700"/>
              <a:ext cx="292100" cy="158750"/>
            </p14:xfrm>
          </p:contentPart>
        </mc:Choice>
        <mc:Fallback xmlns="">
          <p:pic>
            <p:nvPicPr>
              <p:cNvPr id="24" name="墨迹 23"/>
            </p:nvPicPr>
            <p:blipFill>
              <a:blip r:embed="rId45"/>
            </p:blipFill>
            <p:spPr>
              <a:xfrm>
                <a:off x="9613900" y="1536700"/>
                <a:ext cx="292100" cy="15875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5" name="墨迹 24"/>
              <p14:cNvContentPartPr/>
              <p14:nvPr/>
            </p14:nvContentPartPr>
            <p14:xfrm>
              <a:off x="9766300" y="1555750"/>
              <a:ext cx="177800" cy="260350"/>
            </p14:xfrm>
          </p:contentPart>
        </mc:Choice>
        <mc:Fallback xmlns="">
          <p:pic>
            <p:nvPicPr>
              <p:cNvPr id="25" name="墨迹 24"/>
            </p:nvPicPr>
            <p:blipFill>
              <a:blip r:embed="rId47"/>
            </p:blipFill>
            <p:spPr>
              <a:xfrm>
                <a:off x="9766300" y="1555750"/>
                <a:ext cx="177800" cy="26035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6" name="墨迹 25"/>
              <p14:cNvContentPartPr/>
              <p14:nvPr/>
            </p14:nvContentPartPr>
            <p14:xfrm>
              <a:off x="9715500" y="1555750"/>
              <a:ext cx="38100" cy="146050"/>
            </p14:xfrm>
          </p:contentPart>
        </mc:Choice>
        <mc:Fallback xmlns="">
          <p:pic>
            <p:nvPicPr>
              <p:cNvPr id="26" name="墨迹 25"/>
            </p:nvPicPr>
            <p:blipFill>
              <a:blip r:embed="rId49"/>
            </p:blipFill>
            <p:spPr>
              <a:xfrm>
                <a:off x="9715500" y="1555750"/>
                <a:ext cx="38100" cy="146050"/>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27" name="墨迹 26"/>
              <p14:cNvContentPartPr/>
              <p14:nvPr/>
            </p14:nvContentPartPr>
            <p14:xfrm>
              <a:off x="9283700" y="2324100"/>
              <a:ext cx="393700" cy="323850"/>
            </p14:xfrm>
          </p:contentPart>
        </mc:Choice>
        <mc:Fallback xmlns="">
          <p:pic>
            <p:nvPicPr>
              <p:cNvPr id="27" name="墨迹 26"/>
            </p:nvPicPr>
            <p:blipFill>
              <a:blip r:embed="rId51"/>
            </p:blipFill>
            <p:spPr>
              <a:xfrm>
                <a:off x="9283700" y="2324100"/>
                <a:ext cx="393700" cy="32385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28" name="墨迹 27"/>
              <p14:cNvContentPartPr/>
              <p14:nvPr/>
            </p14:nvContentPartPr>
            <p14:xfrm>
              <a:off x="9493250" y="2489200"/>
              <a:ext cx="6350" cy="425450"/>
            </p14:xfrm>
          </p:contentPart>
        </mc:Choice>
        <mc:Fallback xmlns="">
          <p:pic>
            <p:nvPicPr>
              <p:cNvPr id="28" name="墨迹 27"/>
            </p:nvPicPr>
            <p:blipFill>
              <a:blip r:embed="rId53"/>
            </p:blipFill>
            <p:spPr>
              <a:xfrm>
                <a:off x="9493250" y="2489200"/>
                <a:ext cx="6350" cy="42545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29" name="墨迹 28"/>
              <p14:cNvContentPartPr/>
              <p14:nvPr/>
            </p14:nvContentPartPr>
            <p14:xfrm>
              <a:off x="9855200" y="2470150"/>
              <a:ext cx="360" cy="330200"/>
            </p14:xfrm>
          </p:contentPart>
        </mc:Choice>
        <mc:Fallback xmlns="">
          <p:pic>
            <p:nvPicPr>
              <p:cNvPr id="29" name="墨迹 28"/>
            </p:nvPicPr>
            <p:blipFill>
              <a:blip r:embed="rId55"/>
            </p:blipFill>
            <p:spPr>
              <a:xfrm>
                <a:off x="9855200" y="2470150"/>
                <a:ext cx="360" cy="330200"/>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0" name="墨迹 29"/>
              <p14:cNvContentPartPr/>
              <p14:nvPr/>
            </p14:nvContentPartPr>
            <p14:xfrm>
              <a:off x="10560050" y="2438400"/>
              <a:ext cx="146050" cy="254000"/>
            </p14:xfrm>
          </p:contentPart>
        </mc:Choice>
        <mc:Fallback xmlns="">
          <p:pic>
            <p:nvPicPr>
              <p:cNvPr id="30" name="墨迹 29"/>
            </p:nvPicPr>
            <p:blipFill>
              <a:blip r:embed="rId57"/>
            </p:blipFill>
            <p:spPr>
              <a:xfrm>
                <a:off x="10560050" y="2438400"/>
                <a:ext cx="146050" cy="254000"/>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1" name="墨迹 30"/>
              <p14:cNvContentPartPr/>
              <p14:nvPr/>
            </p14:nvContentPartPr>
            <p14:xfrm>
              <a:off x="10521950" y="2622550"/>
              <a:ext cx="400050" cy="69850"/>
            </p14:xfrm>
          </p:contentPart>
        </mc:Choice>
        <mc:Fallback xmlns="">
          <p:pic>
            <p:nvPicPr>
              <p:cNvPr id="31" name="墨迹 30"/>
            </p:nvPicPr>
            <p:blipFill>
              <a:blip r:embed="rId59"/>
            </p:blipFill>
            <p:spPr>
              <a:xfrm>
                <a:off x="10521950" y="2622550"/>
                <a:ext cx="400050" cy="69850"/>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2" name="墨迹 31"/>
              <p14:cNvContentPartPr/>
              <p14:nvPr/>
            </p14:nvContentPartPr>
            <p14:xfrm>
              <a:off x="10960100" y="2368550"/>
              <a:ext cx="203200" cy="196850"/>
            </p14:xfrm>
          </p:contentPart>
        </mc:Choice>
        <mc:Fallback xmlns="">
          <p:pic>
            <p:nvPicPr>
              <p:cNvPr id="32" name="墨迹 31"/>
            </p:nvPicPr>
            <p:blipFill>
              <a:blip r:embed="rId61"/>
            </p:blipFill>
            <p:spPr>
              <a:xfrm>
                <a:off x="10960100" y="2368550"/>
                <a:ext cx="203200" cy="19685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3" name="墨迹 32"/>
              <p14:cNvContentPartPr/>
              <p14:nvPr/>
            </p14:nvContentPartPr>
            <p14:xfrm>
              <a:off x="11042650" y="2273300"/>
              <a:ext cx="101600" cy="736600"/>
            </p14:xfrm>
          </p:contentPart>
        </mc:Choice>
        <mc:Fallback xmlns="">
          <p:pic>
            <p:nvPicPr>
              <p:cNvPr id="33" name="墨迹 32"/>
            </p:nvPicPr>
            <p:blipFill>
              <a:blip r:embed="rId63"/>
            </p:blipFill>
            <p:spPr>
              <a:xfrm>
                <a:off x="11042650" y="2273300"/>
                <a:ext cx="101600" cy="736600"/>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34" name="墨迹 33"/>
              <p14:cNvContentPartPr/>
              <p14:nvPr/>
            </p14:nvContentPartPr>
            <p14:xfrm>
              <a:off x="10267950" y="2451100"/>
              <a:ext cx="127000" cy="203200"/>
            </p14:xfrm>
          </p:contentPart>
        </mc:Choice>
        <mc:Fallback xmlns="">
          <p:pic>
            <p:nvPicPr>
              <p:cNvPr id="34" name="墨迹 33"/>
            </p:nvPicPr>
            <p:blipFill>
              <a:blip r:embed="rId65"/>
            </p:blipFill>
            <p:spPr>
              <a:xfrm>
                <a:off x="10267950" y="2451100"/>
                <a:ext cx="127000" cy="203200"/>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35" name="墨迹 34"/>
              <p14:cNvContentPartPr/>
              <p14:nvPr/>
            </p14:nvContentPartPr>
            <p14:xfrm>
              <a:off x="10471150" y="2508250"/>
              <a:ext cx="120650" cy="152400"/>
            </p14:xfrm>
          </p:contentPart>
        </mc:Choice>
        <mc:Fallback xmlns="">
          <p:pic>
            <p:nvPicPr>
              <p:cNvPr id="35" name="墨迹 34"/>
            </p:nvPicPr>
            <p:blipFill>
              <a:blip r:embed="rId67"/>
            </p:blipFill>
            <p:spPr>
              <a:xfrm>
                <a:off x="10471150" y="2508250"/>
                <a:ext cx="120650" cy="152400"/>
              </a:xfrm>
              <a:prstGeom prst="rect"/>
            </p:spPr>
          </p:pic>
        </mc:Fallback>
      </mc:AlternateContent>
      <mc:AlternateContent xmlns:mc="http://schemas.openxmlformats.org/markup-compatibility/2006" xmlns:p14="http://schemas.microsoft.com/office/powerpoint/2010/main">
        <mc:Choice Requires="p14">
          <p:contentPart r:id="rId68" p14:bwMode="auto">
            <p14:nvContentPartPr>
              <p14:cNvPr id="36" name="墨迹 35"/>
              <p14:cNvContentPartPr/>
              <p14:nvPr/>
            </p14:nvContentPartPr>
            <p14:xfrm>
              <a:off x="10426700" y="2489200"/>
              <a:ext cx="177800" cy="266700"/>
            </p14:xfrm>
          </p:contentPart>
        </mc:Choice>
        <mc:Fallback xmlns="">
          <p:pic>
            <p:nvPicPr>
              <p:cNvPr id="36" name="墨迹 35"/>
            </p:nvPicPr>
            <p:blipFill>
              <a:blip r:embed="rId69"/>
            </p:blipFill>
            <p:spPr>
              <a:xfrm>
                <a:off x="10426700" y="2489200"/>
                <a:ext cx="177800" cy="266700"/>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37" name="墨迹 36"/>
              <p14:cNvContentPartPr/>
              <p14:nvPr/>
            </p14:nvContentPartPr>
            <p14:xfrm>
              <a:off x="10439400" y="3295650"/>
              <a:ext cx="133350" cy="177800"/>
            </p14:xfrm>
          </p:contentPart>
        </mc:Choice>
        <mc:Fallback xmlns="">
          <p:pic>
            <p:nvPicPr>
              <p:cNvPr id="37" name="墨迹 36"/>
            </p:nvPicPr>
            <p:blipFill>
              <a:blip r:embed="rId71"/>
            </p:blipFill>
            <p:spPr>
              <a:xfrm>
                <a:off x="10439400" y="3295650"/>
                <a:ext cx="133350" cy="177800"/>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38" name="墨迹 37"/>
              <p14:cNvContentPartPr/>
              <p14:nvPr/>
            </p14:nvContentPartPr>
            <p14:xfrm>
              <a:off x="10420350" y="3340100"/>
              <a:ext cx="25400" cy="495300"/>
            </p14:xfrm>
          </p:contentPart>
        </mc:Choice>
        <mc:Fallback xmlns="">
          <p:pic>
            <p:nvPicPr>
              <p:cNvPr id="38" name="墨迹 37"/>
            </p:nvPicPr>
            <p:blipFill>
              <a:blip r:embed="rId73"/>
            </p:blipFill>
            <p:spPr>
              <a:xfrm>
                <a:off x="10420350" y="3340100"/>
                <a:ext cx="25400" cy="495300"/>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39" name="墨迹 38"/>
              <p14:cNvContentPartPr/>
              <p14:nvPr/>
            </p14:nvContentPartPr>
            <p14:xfrm>
              <a:off x="10598150" y="3390900"/>
              <a:ext cx="165100" cy="215900"/>
            </p14:xfrm>
          </p:contentPart>
        </mc:Choice>
        <mc:Fallback xmlns="">
          <p:pic>
            <p:nvPicPr>
              <p:cNvPr id="39" name="墨迹 38"/>
            </p:nvPicPr>
            <p:blipFill>
              <a:blip r:embed="rId75"/>
            </p:blipFill>
            <p:spPr>
              <a:xfrm>
                <a:off x="10598150" y="3390900"/>
                <a:ext cx="165100" cy="215900"/>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40" name="墨迹 39"/>
              <p14:cNvContentPartPr/>
              <p14:nvPr/>
            </p14:nvContentPartPr>
            <p14:xfrm>
              <a:off x="10356850" y="3327400"/>
              <a:ext cx="146050" cy="31750"/>
            </p14:xfrm>
          </p:contentPart>
        </mc:Choice>
        <mc:Fallback xmlns="">
          <p:pic>
            <p:nvPicPr>
              <p:cNvPr id="40" name="墨迹 39"/>
            </p:nvPicPr>
            <p:blipFill>
              <a:blip r:embed="rId77"/>
            </p:blipFill>
            <p:spPr>
              <a:xfrm>
                <a:off x="10356850" y="3327400"/>
                <a:ext cx="146050" cy="31750"/>
              </a:xfrm>
              <a:prstGeom prst="rect"/>
            </p:spPr>
          </p:pic>
        </mc:Fallback>
      </mc:AlternateContent>
      <mc:AlternateContent xmlns:mc="http://schemas.openxmlformats.org/markup-compatibility/2006" xmlns:p14="http://schemas.microsoft.com/office/powerpoint/2010/main">
        <mc:Choice Requires="p14">
          <p:contentPart r:id="rId78" p14:bwMode="auto">
            <p14:nvContentPartPr>
              <p14:cNvPr id="41" name="墨迹 40"/>
              <p14:cNvContentPartPr/>
              <p14:nvPr/>
            </p14:nvContentPartPr>
            <p14:xfrm>
              <a:off x="10350500" y="3378200"/>
              <a:ext cx="31750" cy="171450"/>
            </p14:xfrm>
          </p:contentPart>
        </mc:Choice>
        <mc:Fallback xmlns="">
          <p:pic>
            <p:nvPicPr>
              <p:cNvPr id="41" name="墨迹 40"/>
            </p:nvPicPr>
            <p:blipFill>
              <a:blip r:embed="rId79"/>
            </p:blipFill>
            <p:spPr>
              <a:xfrm>
                <a:off x="10350500" y="3378200"/>
                <a:ext cx="31750" cy="171450"/>
              </a:xfrm>
              <a:prstGeom prst="rect"/>
            </p:spPr>
          </p:pic>
        </mc:Fallback>
      </mc:AlternateContent>
      <mc:AlternateContent xmlns:mc="http://schemas.openxmlformats.org/markup-compatibility/2006" xmlns:p14="http://schemas.microsoft.com/office/powerpoint/2010/main">
        <mc:Choice Requires="p14">
          <p:contentPart r:id="rId80" p14:bwMode="auto">
            <p14:nvContentPartPr>
              <p14:cNvPr id="42" name="墨迹 41"/>
              <p14:cNvContentPartPr/>
              <p14:nvPr/>
            </p14:nvContentPartPr>
            <p14:xfrm>
              <a:off x="10325100" y="3575050"/>
              <a:ext cx="82550" cy="12700"/>
            </p14:xfrm>
          </p:contentPart>
        </mc:Choice>
        <mc:Fallback xmlns="">
          <p:pic>
            <p:nvPicPr>
              <p:cNvPr id="42" name="墨迹 41"/>
            </p:nvPicPr>
            <p:blipFill>
              <a:blip r:embed="rId81"/>
            </p:blipFill>
            <p:spPr>
              <a:xfrm>
                <a:off x="10325100" y="3575050"/>
                <a:ext cx="82550" cy="12700"/>
              </a:xfrm>
              <a:prstGeom prst="rect"/>
            </p:spPr>
          </p:pic>
        </mc:Fallback>
      </mc:AlternateContent>
      <mc:AlternateContent xmlns:mc="http://schemas.openxmlformats.org/markup-compatibility/2006" xmlns:p14="http://schemas.microsoft.com/office/powerpoint/2010/main">
        <mc:Choice Requires="p14">
          <p:contentPart r:id="rId82" p14:bwMode="auto">
            <p14:nvContentPartPr>
              <p14:cNvPr id="43" name="墨迹 42"/>
              <p14:cNvContentPartPr/>
              <p14:nvPr/>
            </p14:nvContentPartPr>
            <p14:xfrm>
              <a:off x="9213850" y="2641600"/>
              <a:ext cx="57150" cy="6350"/>
            </p14:xfrm>
          </p:contentPart>
        </mc:Choice>
        <mc:Fallback xmlns="">
          <p:pic>
            <p:nvPicPr>
              <p:cNvPr id="43" name="墨迹 42"/>
            </p:nvPicPr>
            <p:blipFill>
              <a:blip r:embed="rId83"/>
            </p:blipFill>
            <p:spPr>
              <a:xfrm>
                <a:off x="9213850" y="2641600"/>
                <a:ext cx="57150" cy="6350"/>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44" name="墨迹 43"/>
              <p14:cNvContentPartPr/>
              <p14:nvPr/>
            </p14:nvContentPartPr>
            <p14:xfrm>
              <a:off x="9245600" y="2673350"/>
              <a:ext cx="57150" cy="209550"/>
            </p14:xfrm>
          </p:contentPart>
        </mc:Choice>
        <mc:Fallback xmlns="">
          <p:pic>
            <p:nvPicPr>
              <p:cNvPr id="44" name="墨迹 43"/>
            </p:nvPicPr>
            <p:blipFill>
              <a:blip r:embed="rId85"/>
            </p:blipFill>
            <p:spPr>
              <a:xfrm>
                <a:off x="9245600" y="2673350"/>
                <a:ext cx="57150" cy="209550"/>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45" name="墨迹 44"/>
              <p14:cNvContentPartPr/>
              <p14:nvPr/>
            </p14:nvContentPartPr>
            <p14:xfrm>
              <a:off x="9220200" y="2832100"/>
              <a:ext cx="298450" cy="50800"/>
            </p14:xfrm>
          </p:contentPart>
        </mc:Choice>
        <mc:Fallback xmlns="">
          <p:pic>
            <p:nvPicPr>
              <p:cNvPr id="45" name="墨迹 44"/>
            </p:nvPicPr>
            <p:blipFill>
              <a:blip r:embed="rId87"/>
            </p:blipFill>
            <p:spPr>
              <a:xfrm>
                <a:off x="9220200" y="2832100"/>
                <a:ext cx="298450" cy="50800"/>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46" name="墨迹 45"/>
              <p14:cNvContentPartPr/>
              <p14:nvPr/>
            </p14:nvContentPartPr>
            <p14:xfrm>
              <a:off x="10909300" y="3340100"/>
              <a:ext cx="279400" cy="241300"/>
            </p14:xfrm>
          </p:contentPart>
        </mc:Choice>
        <mc:Fallback xmlns="">
          <p:pic>
            <p:nvPicPr>
              <p:cNvPr id="46" name="墨迹 45"/>
            </p:nvPicPr>
            <p:blipFill>
              <a:blip r:embed="rId89"/>
            </p:blipFill>
            <p:spPr>
              <a:xfrm>
                <a:off x="10909300" y="3340100"/>
                <a:ext cx="279400" cy="241300"/>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47" name="墨迹 46"/>
              <p14:cNvContentPartPr/>
              <p14:nvPr/>
            </p14:nvContentPartPr>
            <p14:xfrm>
              <a:off x="11201400" y="3308350"/>
              <a:ext cx="203200" cy="241300"/>
            </p14:xfrm>
          </p:contentPart>
        </mc:Choice>
        <mc:Fallback xmlns="">
          <p:pic>
            <p:nvPicPr>
              <p:cNvPr id="47" name="墨迹 46"/>
            </p:nvPicPr>
            <p:blipFill>
              <a:blip r:embed="rId91"/>
            </p:blipFill>
            <p:spPr>
              <a:xfrm>
                <a:off x="11201400" y="3308350"/>
                <a:ext cx="203200" cy="241300"/>
              </a:xfrm>
              <a:prstGeom prst="rect"/>
            </p:spPr>
          </p:pic>
        </mc:Fallback>
      </mc:AlternateContent>
      <mc:AlternateContent xmlns:mc="http://schemas.openxmlformats.org/markup-compatibility/2006" xmlns:p14="http://schemas.microsoft.com/office/powerpoint/2010/main">
        <mc:Choice Requires="p14">
          <p:contentPart r:id="rId92" p14:bwMode="auto">
            <p14:nvContentPartPr>
              <p14:cNvPr id="48" name="墨迹 47"/>
              <p14:cNvContentPartPr/>
              <p14:nvPr/>
            </p14:nvContentPartPr>
            <p14:xfrm>
              <a:off x="4622800" y="2044700"/>
              <a:ext cx="869950" cy="19050"/>
            </p14:xfrm>
          </p:contentPart>
        </mc:Choice>
        <mc:Fallback xmlns="">
          <p:pic>
            <p:nvPicPr>
              <p:cNvPr id="48" name="墨迹 47"/>
            </p:nvPicPr>
            <p:blipFill>
              <a:blip r:embed="rId93"/>
            </p:blipFill>
            <p:spPr>
              <a:xfrm>
                <a:off x="4622800" y="2044700"/>
                <a:ext cx="869950" cy="19050"/>
              </a:xfrm>
              <a:prstGeom prst="rect"/>
            </p:spPr>
          </p:pic>
        </mc:Fallback>
      </mc:AlternateContent>
      <mc:AlternateContent xmlns:mc="http://schemas.openxmlformats.org/markup-compatibility/2006" xmlns:p14="http://schemas.microsoft.com/office/powerpoint/2010/main">
        <mc:Choice Requires="p14">
          <p:contentPart r:id="rId94" p14:bwMode="auto">
            <p14:nvContentPartPr>
              <p14:cNvPr id="49" name="墨迹 48"/>
              <p14:cNvContentPartPr/>
              <p14:nvPr/>
            </p14:nvContentPartPr>
            <p14:xfrm>
              <a:off x="10179050" y="571500"/>
              <a:ext cx="425450" cy="882650"/>
            </p14:xfrm>
          </p:contentPart>
        </mc:Choice>
        <mc:Fallback xmlns="">
          <p:pic>
            <p:nvPicPr>
              <p:cNvPr id="49" name="墨迹 48"/>
            </p:nvPicPr>
            <p:blipFill>
              <a:blip r:embed="rId95"/>
            </p:blipFill>
            <p:spPr>
              <a:xfrm>
                <a:off x="10179050" y="571500"/>
                <a:ext cx="425450" cy="88265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920750" y="937895"/>
            <a:ext cx="10350500" cy="4982210"/>
          </a:xfrm>
          <a:prstGeom prst="rect">
            <a:avLst/>
          </a:prstGeom>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5607050" y="4191000"/>
              <a:ext cx="1066800" cy="488950"/>
            </p14:xfrm>
          </p:contentPart>
        </mc:Choice>
        <mc:Fallback xmlns="">
          <p:pic>
            <p:nvPicPr>
              <p:cNvPr id="2" name="墨迹 1"/>
            </p:nvPicPr>
            <p:blipFill>
              <a:blip r:embed="rId3"/>
            </p:blipFill>
            <p:spPr>
              <a:xfrm>
                <a:off x="5607050" y="4191000"/>
                <a:ext cx="1066800" cy="4889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2120900" y="1492250"/>
              <a:ext cx="171450" cy="234950"/>
            </p14:xfrm>
          </p:contentPart>
        </mc:Choice>
        <mc:Fallback xmlns="">
          <p:pic>
            <p:nvPicPr>
              <p:cNvPr id="4" name="墨迹 3"/>
            </p:nvPicPr>
            <p:blipFill>
              <a:blip r:embed="rId5"/>
            </p:blipFill>
            <p:spPr>
              <a:xfrm>
                <a:off x="2120900" y="1492250"/>
                <a:ext cx="171450" cy="2349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2774950" y="1339850"/>
              <a:ext cx="6350" cy="361950"/>
            </p14:xfrm>
          </p:contentPart>
        </mc:Choice>
        <mc:Fallback xmlns="">
          <p:pic>
            <p:nvPicPr>
              <p:cNvPr id="5" name="墨迹 4"/>
            </p:nvPicPr>
            <p:blipFill>
              <a:blip r:embed="rId7"/>
            </p:blipFill>
            <p:spPr>
              <a:xfrm>
                <a:off x="2774950" y="1339850"/>
                <a:ext cx="6350" cy="3619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5645150" y="5448300"/>
              <a:ext cx="882650" cy="660400"/>
            </p14:xfrm>
          </p:contentPart>
        </mc:Choice>
        <mc:Fallback xmlns="">
          <p:pic>
            <p:nvPicPr>
              <p:cNvPr id="6" name="墨迹 5"/>
            </p:nvPicPr>
            <p:blipFill>
              <a:blip r:embed="rId9"/>
            </p:blipFill>
            <p:spPr>
              <a:xfrm>
                <a:off x="5645150" y="5448300"/>
                <a:ext cx="882650" cy="6604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7" name="墨迹 6"/>
              <p14:cNvContentPartPr/>
              <p14:nvPr/>
            </p14:nvContentPartPr>
            <p14:xfrm>
              <a:off x="3035300" y="4578350"/>
              <a:ext cx="298450" cy="76200"/>
            </p14:xfrm>
          </p:contentPart>
        </mc:Choice>
        <mc:Fallback xmlns="">
          <p:pic>
            <p:nvPicPr>
              <p:cNvPr id="7" name="墨迹 6"/>
            </p:nvPicPr>
            <p:blipFill>
              <a:blip r:embed="rId11"/>
            </p:blipFill>
            <p:spPr>
              <a:xfrm>
                <a:off x="3035300" y="4578350"/>
                <a:ext cx="298450" cy="762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8" name="墨迹 7"/>
              <p14:cNvContentPartPr/>
              <p14:nvPr/>
            </p14:nvContentPartPr>
            <p14:xfrm>
              <a:off x="3079750" y="4572000"/>
              <a:ext cx="857250" cy="520700"/>
            </p14:xfrm>
          </p:contentPart>
        </mc:Choice>
        <mc:Fallback xmlns="">
          <p:pic>
            <p:nvPicPr>
              <p:cNvPr id="8" name="墨迹 7"/>
            </p:nvPicPr>
            <p:blipFill>
              <a:blip r:embed="rId13"/>
            </p:blipFill>
            <p:spPr>
              <a:xfrm>
                <a:off x="3079750" y="4572000"/>
                <a:ext cx="857250" cy="5207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 name="墨迹 8"/>
              <p14:cNvContentPartPr/>
              <p14:nvPr/>
            </p14:nvContentPartPr>
            <p14:xfrm>
              <a:off x="8020050" y="5226050"/>
              <a:ext cx="730250" cy="355600"/>
            </p14:xfrm>
          </p:contentPart>
        </mc:Choice>
        <mc:Fallback xmlns="">
          <p:pic>
            <p:nvPicPr>
              <p:cNvPr id="9" name="墨迹 8"/>
            </p:nvPicPr>
            <p:blipFill>
              <a:blip r:embed="rId15"/>
            </p:blipFill>
            <p:spPr>
              <a:xfrm>
                <a:off x="8020050" y="5226050"/>
                <a:ext cx="730250" cy="3556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 name="墨迹 9"/>
              <p14:cNvContentPartPr/>
              <p14:nvPr/>
            </p14:nvContentPartPr>
            <p14:xfrm>
              <a:off x="8877300" y="5219700"/>
              <a:ext cx="412750" cy="260350"/>
            </p14:xfrm>
          </p:contentPart>
        </mc:Choice>
        <mc:Fallback xmlns="">
          <p:pic>
            <p:nvPicPr>
              <p:cNvPr id="10" name="墨迹 9"/>
            </p:nvPicPr>
            <p:blipFill>
              <a:blip r:embed="rId17"/>
            </p:blipFill>
            <p:spPr>
              <a:xfrm>
                <a:off x="8877300" y="5219700"/>
                <a:ext cx="412750" cy="2603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1" name="墨迹 10"/>
              <p14:cNvContentPartPr/>
              <p14:nvPr/>
            </p14:nvContentPartPr>
            <p14:xfrm>
              <a:off x="2254250" y="5899150"/>
              <a:ext cx="7232650" cy="349250"/>
            </p14:xfrm>
          </p:contentPart>
        </mc:Choice>
        <mc:Fallback xmlns="">
          <p:pic>
            <p:nvPicPr>
              <p:cNvPr id="11" name="墨迹 10"/>
            </p:nvPicPr>
            <p:blipFill>
              <a:blip r:embed="rId19"/>
            </p:blipFill>
            <p:spPr>
              <a:xfrm>
                <a:off x="2254250" y="5899150"/>
                <a:ext cx="7232650" cy="3492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2" name="墨迹 11"/>
              <p14:cNvContentPartPr/>
              <p14:nvPr/>
            </p14:nvContentPartPr>
            <p14:xfrm>
              <a:off x="6667500" y="4876800"/>
              <a:ext cx="12700" cy="360"/>
            </p14:xfrm>
          </p:contentPart>
        </mc:Choice>
        <mc:Fallback xmlns="">
          <p:pic>
            <p:nvPicPr>
              <p:cNvPr id="12" name="墨迹 11"/>
            </p:nvPicPr>
            <p:blipFill>
              <a:blip r:embed="rId21"/>
            </p:blipFill>
            <p:spPr>
              <a:xfrm>
                <a:off x="6667500" y="4876800"/>
                <a:ext cx="12700" cy="36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3" name="墨迹 12"/>
              <p14:cNvContentPartPr/>
              <p14:nvPr/>
            </p14:nvContentPartPr>
            <p14:xfrm>
              <a:off x="9232900" y="5670550"/>
              <a:ext cx="196850" cy="120650"/>
            </p14:xfrm>
          </p:contentPart>
        </mc:Choice>
        <mc:Fallback xmlns="">
          <p:pic>
            <p:nvPicPr>
              <p:cNvPr id="13" name="墨迹 12"/>
            </p:nvPicPr>
            <p:blipFill>
              <a:blip r:embed="rId23"/>
            </p:blipFill>
            <p:spPr>
              <a:xfrm>
                <a:off x="9232900" y="5670550"/>
                <a:ext cx="196850" cy="12065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4" name="墨迹 13"/>
              <p14:cNvContentPartPr/>
              <p14:nvPr/>
            </p14:nvContentPartPr>
            <p14:xfrm>
              <a:off x="9131300" y="5568950"/>
              <a:ext cx="171450" cy="501650"/>
            </p14:xfrm>
          </p:contentPart>
        </mc:Choice>
        <mc:Fallback xmlns="">
          <p:pic>
            <p:nvPicPr>
              <p:cNvPr id="14" name="墨迹 13"/>
            </p:nvPicPr>
            <p:blipFill>
              <a:blip r:embed="rId25"/>
            </p:blipFill>
            <p:spPr>
              <a:xfrm>
                <a:off x="9131300" y="5568950"/>
                <a:ext cx="171450" cy="50165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5" name="墨迹 14"/>
              <p14:cNvContentPartPr/>
              <p14:nvPr/>
            </p14:nvContentPartPr>
            <p14:xfrm>
              <a:off x="9366250" y="5740400"/>
              <a:ext cx="114300" cy="234950"/>
            </p14:xfrm>
          </p:contentPart>
        </mc:Choice>
        <mc:Fallback xmlns="">
          <p:pic>
            <p:nvPicPr>
              <p:cNvPr id="15" name="墨迹 14"/>
            </p:nvPicPr>
            <p:blipFill>
              <a:blip r:embed="rId27"/>
            </p:blipFill>
            <p:spPr>
              <a:xfrm>
                <a:off x="9366250" y="5740400"/>
                <a:ext cx="114300" cy="23495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6" name="墨迹 15"/>
              <p14:cNvContentPartPr/>
              <p14:nvPr/>
            </p14:nvContentPartPr>
            <p14:xfrm>
              <a:off x="2095500" y="4851400"/>
              <a:ext cx="2095500" cy="38100"/>
            </p14:xfrm>
          </p:contentPart>
        </mc:Choice>
        <mc:Fallback xmlns="">
          <p:pic>
            <p:nvPicPr>
              <p:cNvPr id="16" name="墨迹 15"/>
            </p:nvPicPr>
            <p:blipFill>
              <a:blip r:embed="rId29"/>
            </p:blipFill>
            <p:spPr>
              <a:xfrm>
                <a:off x="2095500" y="4851400"/>
                <a:ext cx="2095500" cy="3810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7" name="墨迹 16"/>
              <p14:cNvContentPartPr/>
              <p14:nvPr/>
            </p14:nvContentPartPr>
            <p14:xfrm>
              <a:off x="9169400" y="5708650"/>
              <a:ext cx="266700" cy="31750"/>
            </p14:xfrm>
          </p:contentPart>
        </mc:Choice>
        <mc:Fallback xmlns="">
          <p:pic>
            <p:nvPicPr>
              <p:cNvPr id="17" name="墨迹 16"/>
            </p:nvPicPr>
            <p:blipFill>
              <a:blip r:embed="rId31"/>
            </p:blipFill>
            <p:spPr>
              <a:xfrm>
                <a:off x="9169400" y="5708650"/>
                <a:ext cx="266700" cy="31750"/>
              </a:xfrm>
              <a:prstGeom prst="rect"/>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879230" y="801642"/>
            <a:ext cx="10515600" cy="775742"/>
          </a:xfrm>
        </p:spPr>
        <p:txBody>
          <a:bodyPr/>
          <a:lstStyle/>
          <a:p>
            <a:pPr lvl="0"/>
            <a:r>
              <a:rPr lang="en-US" altLang="zh-CN" sz="2800">
                <a:solidFill>
                  <a:schemeClr val="accent1">
                    <a:lumMod val="75000"/>
                  </a:schemeClr>
                </a:solidFill>
              </a:rPr>
              <a:t>9. </a:t>
            </a:r>
            <a:r>
              <a:rPr lang="zh-CN" altLang="en-US" sz="2800">
                <a:solidFill>
                  <a:schemeClr val="accent1">
                    <a:lumMod val="75000"/>
                  </a:schemeClr>
                </a:solidFill>
              </a:rPr>
              <a:t>按键控制主函数设计</a:t>
            </a:r>
            <a:endParaRPr lang="zh-CN" altLang="en-US"/>
          </a:p>
        </p:txBody>
      </p:sp>
      <p:pic>
        <p:nvPicPr>
          <p:cNvPr id="2" name="图片 1"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38106" y="1390187"/>
            <a:ext cx="4388971" cy="5165870"/>
          </a:xfrm>
          <a:prstGeom prst="rect">
            <a:avLst/>
          </a:prstGeom>
          <a:ln>
            <a:solidFill>
              <a:schemeClr val="accent1"/>
            </a:solidFill>
          </a:ln>
        </p:spPr>
      </p:pic>
      <p:sp>
        <p:nvSpPr>
          <p:cNvPr id="3" name="Rectangle 2"/>
          <p:cNvSpPr>
            <a:spLocks noChangeArrowheads="1"/>
          </p:cNvSpPr>
          <p:nvPr/>
        </p:nvSpPr>
        <p:spPr bwMode="auto">
          <a:xfrm>
            <a:off x="7363556" y="801641"/>
            <a:ext cx="1756826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7099787" y="801641"/>
          <a:ext cx="2360736" cy="5721125"/>
        </p:xfrm>
        <a:graphic>
          <a:graphicData uri="http://schemas.openxmlformats.org/presentationml/2006/ole">
            <mc:AlternateContent xmlns:mc="http://schemas.openxmlformats.org/markup-compatibility/2006">
              <mc:Choice xmlns:v="urn:schemas-microsoft-com:vml" Requires="v">
                <p:oleObj spid="_x0000_s4" name="Visio" r:id="rId2" imgW="1550670" imgH="3764915" progId="Visio.Drawing.11">
                  <p:embed/>
                </p:oleObj>
              </mc:Choice>
              <mc:Fallback>
                <p:oleObj name="Visio" r:id="rId2" imgW="1550670" imgH="376491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9787" y="801641"/>
                        <a:ext cx="2360736" cy="5721125"/>
                      </a:xfrm>
                      <a:prstGeom prst="rect">
                        <a:avLst/>
                      </a:prstGeom>
                      <a:noFill/>
                    </p:spPr>
                  </p:pic>
                </p:oleObj>
              </mc:Fallback>
            </mc:AlternateContent>
          </a:graphicData>
        </a:graphic>
      </p:graphicFrame>
      <mc:AlternateContent xmlns:mc="http://schemas.openxmlformats.org/markup-compatibility/2006" xmlns:p14="http://schemas.microsoft.com/office/powerpoint/2010/main">
        <mc:Choice Requires="p14">
          <p:contentPart r:id="rId4" p14:bwMode="auto">
            <p14:nvContentPartPr>
              <p14:cNvPr id="6" name="墨迹 5"/>
              <p14:cNvContentPartPr/>
              <p14:nvPr/>
            </p14:nvContentPartPr>
            <p14:xfrm>
              <a:off x="1727200" y="1619250"/>
              <a:ext cx="762000" cy="44450"/>
            </p14:xfrm>
          </p:contentPart>
        </mc:Choice>
        <mc:Fallback xmlns="">
          <p:pic>
            <p:nvPicPr>
              <p:cNvPr id="6" name="墨迹 5"/>
            </p:nvPicPr>
            <p:blipFill>
              <a:blip r:embed="rId5"/>
            </p:blipFill>
            <p:spPr>
              <a:xfrm>
                <a:off x="1727200" y="1619250"/>
                <a:ext cx="762000" cy="444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墨迹 6"/>
              <p14:cNvContentPartPr/>
              <p14:nvPr/>
            </p14:nvContentPartPr>
            <p14:xfrm>
              <a:off x="1828800" y="2933700"/>
              <a:ext cx="1231900" cy="44450"/>
            </p14:xfrm>
          </p:contentPart>
        </mc:Choice>
        <mc:Fallback xmlns="">
          <p:pic>
            <p:nvPicPr>
              <p:cNvPr id="7" name="墨迹 6"/>
            </p:nvPicPr>
            <p:blipFill>
              <a:blip r:embed="rId7"/>
            </p:blipFill>
            <p:spPr>
              <a:xfrm>
                <a:off x="1828800" y="2933700"/>
                <a:ext cx="1231900" cy="444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8" name="墨迹 7"/>
              <p14:cNvContentPartPr/>
              <p14:nvPr/>
            </p14:nvContentPartPr>
            <p14:xfrm>
              <a:off x="3194050" y="2768600"/>
              <a:ext cx="69850" cy="222250"/>
            </p14:xfrm>
          </p:contentPart>
        </mc:Choice>
        <mc:Fallback xmlns="">
          <p:pic>
            <p:nvPicPr>
              <p:cNvPr id="8" name="墨迹 7"/>
            </p:nvPicPr>
            <p:blipFill>
              <a:blip r:embed="rId9"/>
            </p:blipFill>
            <p:spPr>
              <a:xfrm>
                <a:off x="3194050" y="2768600"/>
                <a:ext cx="69850" cy="2222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0" name="墨迹 9"/>
              <p14:cNvContentPartPr/>
              <p14:nvPr/>
            </p14:nvContentPartPr>
            <p14:xfrm>
              <a:off x="5575300" y="2736850"/>
              <a:ext cx="57150" cy="222250"/>
            </p14:xfrm>
          </p:contentPart>
        </mc:Choice>
        <mc:Fallback xmlns="">
          <p:pic>
            <p:nvPicPr>
              <p:cNvPr id="10" name="墨迹 9"/>
            </p:nvPicPr>
            <p:blipFill>
              <a:blip r:embed="rId11"/>
            </p:blipFill>
            <p:spPr>
              <a:xfrm>
                <a:off x="5575300" y="2736850"/>
                <a:ext cx="57150" cy="2222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1" name="墨迹 10"/>
              <p14:cNvContentPartPr/>
              <p14:nvPr/>
            </p14:nvContentPartPr>
            <p14:xfrm>
              <a:off x="1746250" y="3244850"/>
              <a:ext cx="1047750" cy="76200"/>
            </p14:xfrm>
          </p:contentPart>
        </mc:Choice>
        <mc:Fallback xmlns="">
          <p:pic>
            <p:nvPicPr>
              <p:cNvPr id="11" name="墨迹 10"/>
            </p:nvPicPr>
            <p:blipFill>
              <a:blip r:embed="rId13"/>
            </p:blipFill>
            <p:spPr>
              <a:xfrm>
                <a:off x="1746250" y="3244850"/>
                <a:ext cx="1047750" cy="7620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2" name="墨迹 11"/>
              <p14:cNvContentPartPr/>
              <p14:nvPr/>
            </p14:nvContentPartPr>
            <p14:xfrm>
              <a:off x="2971800" y="3098800"/>
              <a:ext cx="82550" cy="114300"/>
            </p14:xfrm>
          </p:contentPart>
        </mc:Choice>
        <mc:Fallback xmlns="">
          <p:pic>
            <p:nvPicPr>
              <p:cNvPr id="12" name="墨迹 11"/>
            </p:nvPicPr>
            <p:blipFill>
              <a:blip r:embed="rId15"/>
            </p:blipFill>
            <p:spPr>
              <a:xfrm>
                <a:off x="2971800" y="3098800"/>
                <a:ext cx="82550" cy="1143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3" name="墨迹 12"/>
              <p14:cNvContentPartPr/>
              <p14:nvPr/>
            </p14:nvContentPartPr>
            <p14:xfrm>
              <a:off x="5264150" y="3067050"/>
              <a:ext cx="88900" cy="215900"/>
            </p14:xfrm>
          </p:contentPart>
        </mc:Choice>
        <mc:Fallback xmlns="">
          <p:pic>
            <p:nvPicPr>
              <p:cNvPr id="13" name="墨迹 12"/>
            </p:nvPicPr>
            <p:blipFill>
              <a:blip r:embed="rId17"/>
            </p:blipFill>
            <p:spPr>
              <a:xfrm>
                <a:off x="5264150" y="3067050"/>
                <a:ext cx="88900" cy="21590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4" name="墨迹 13"/>
              <p14:cNvContentPartPr/>
              <p14:nvPr/>
            </p14:nvContentPartPr>
            <p14:xfrm>
              <a:off x="2895600" y="3365500"/>
              <a:ext cx="19050" cy="146050"/>
            </p14:xfrm>
          </p:contentPart>
        </mc:Choice>
        <mc:Fallback xmlns="">
          <p:pic>
            <p:nvPicPr>
              <p:cNvPr id="14" name="墨迹 13"/>
            </p:nvPicPr>
            <p:blipFill>
              <a:blip r:embed="rId19"/>
            </p:blipFill>
            <p:spPr>
              <a:xfrm>
                <a:off x="2895600" y="3365500"/>
                <a:ext cx="19050" cy="14605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5" name="墨迹 14"/>
              <p14:cNvContentPartPr/>
              <p14:nvPr/>
            </p14:nvContentPartPr>
            <p14:xfrm>
              <a:off x="5194300" y="3359150"/>
              <a:ext cx="190500" cy="171450"/>
            </p14:xfrm>
          </p:contentPart>
        </mc:Choice>
        <mc:Fallback xmlns="">
          <p:pic>
            <p:nvPicPr>
              <p:cNvPr id="15" name="墨迹 14"/>
            </p:nvPicPr>
            <p:blipFill>
              <a:blip r:embed="rId21"/>
            </p:blipFill>
            <p:spPr>
              <a:xfrm>
                <a:off x="5194300" y="3359150"/>
                <a:ext cx="190500" cy="1714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6" name="墨迹 15"/>
              <p14:cNvContentPartPr/>
              <p14:nvPr/>
            </p14:nvContentPartPr>
            <p14:xfrm>
              <a:off x="2959100" y="3937000"/>
              <a:ext cx="31750" cy="152400"/>
            </p14:xfrm>
          </p:contentPart>
        </mc:Choice>
        <mc:Fallback xmlns="">
          <p:pic>
            <p:nvPicPr>
              <p:cNvPr id="16" name="墨迹 15"/>
            </p:nvPicPr>
            <p:blipFill>
              <a:blip r:embed="rId23"/>
            </p:blipFill>
            <p:spPr>
              <a:xfrm>
                <a:off x="2959100" y="3937000"/>
                <a:ext cx="31750" cy="1524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7" name="墨迹 16"/>
              <p14:cNvContentPartPr/>
              <p14:nvPr/>
            </p14:nvContentPartPr>
            <p14:xfrm>
              <a:off x="5486400" y="3867150"/>
              <a:ext cx="31750" cy="177800"/>
            </p14:xfrm>
          </p:contentPart>
        </mc:Choice>
        <mc:Fallback xmlns="">
          <p:pic>
            <p:nvPicPr>
              <p:cNvPr id="17" name="墨迹 16"/>
            </p:nvPicPr>
            <p:blipFill>
              <a:blip r:embed="rId25"/>
            </p:blipFill>
            <p:spPr>
              <a:xfrm>
                <a:off x="5486400" y="3867150"/>
                <a:ext cx="31750" cy="177800"/>
              </a:xfrm>
              <a:prstGeom prst="rect"/>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241040" y="191770"/>
            <a:ext cx="5709920" cy="5944870"/>
          </a:xfrm>
          <a:prstGeom prst="rect">
            <a:avLst/>
          </a:prstGeom>
        </p:spPr>
      </p:pic>
      <mc:AlternateContent xmlns:mc="http://schemas.openxmlformats.org/markup-compatibility/2006" xmlns:p14="http://schemas.microsoft.com/office/powerpoint/2010/main">
        <mc:Choice Requires="p14">
          <p:contentPart r:id="rId2" p14:bwMode="auto">
            <p14:nvContentPartPr>
              <p14:cNvPr id="2" name="墨迹 1"/>
              <p14:cNvContentPartPr/>
              <p14:nvPr/>
            </p14:nvContentPartPr>
            <p14:xfrm>
              <a:off x="3365500" y="3289300"/>
              <a:ext cx="1219200" cy="501650"/>
            </p14:xfrm>
          </p:contentPart>
        </mc:Choice>
        <mc:Fallback xmlns="">
          <p:pic>
            <p:nvPicPr>
              <p:cNvPr id="2" name="墨迹 1"/>
            </p:nvPicPr>
            <p:blipFill>
              <a:blip r:embed="rId3"/>
            </p:blipFill>
            <p:spPr>
              <a:xfrm>
                <a:off x="3365500" y="3289300"/>
                <a:ext cx="1219200" cy="5016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4" name="墨迹 3"/>
              <p14:cNvContentPartPr/>
              <p14:nvPr/>
            </p14:nvContentPartPr>
            <p14:xfrm>
              <a:off x="4686300" y="3365500"/>
              <a:ext cx="31750" cy="63500"/>
            </p14:xfrm>
          </p:contentPart>
        </mc:Choice>
        <mc:Fallback xmlns="">
          <p:pic>
            <p:nvPicPr>
              <p:cNvPr id="4" name="墨迹 3"/>
            </p:nvPicPr>
            <p:blipFill>
              <a:blip r:embed="rId5"/>
            </p:blipFill>
            <p:spPr>
              <a:xfrm>
                <a:off x="4686300" y="3365500"/>
                <a:ext cx="31750" cy="6350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5" name="墨迹 4"/>
              <p14:cNvContentPartPr/>
              <p14:nvPr/>
            </p14:nvContentPartPr>
            <p14:xfrm>
              <a:off x="3441700" y="1035050"/>
              <a:ext cx="977900" cy="273050"/>
            </p14:xfrm>
          </p:contentPart>
        </mc:Choice>
        <mc:Fallback xmlns="">
          <p:pic>
            <p:nvPicPr>
              <p:cNvPr id="5" name="墨迹 4"/>
            </p:nvPicPr>
            <p:blipFill>
              <a:blip r:embed="rId7"/>
            </p:blipFill>
            <p:spPr>
              <a:xfrm>
                <a:off x="3441700" y="1035050"/>
                <a:ext cx="977900" cy="27305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6" name="墨迹 5"/>
              <p14:cNvContentPartPr/>
              <p14:nvPr/>
            </p14:nvContentPartPr>
            <p14:xfrm>
              <a:off x="4406900" y="1149350"/>
              <a:ext cx="273050" cy="31750"/>
            </p14:xfrm>
          </p:contentPart>
        </mc:Choice>
        <mc:Fallback xmlns="">
          <p:pic>
            <p:nvPicPr>
              <p:cNvPr id="6" name="墨迹 5"/>
            </p:nvPicPr>
            <p:blipFill>
              <a:blip r:embed="rId9"/>
            </p:blipFill>
            <p:spPr>
              <a:xfrm>
                <a:off x="4406900" y="1149350"/>
                <a:ext cx="273050" cy="3175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7" name="墨迹 6"/>
              <p14:cNvContentPartPr/>
              <p14:nvPr/>
            </p14:nvContentPartPr>
            <p14:xfrm>
              <a:off x="4635500" y="1098550"/>
              <a:ext cx="177800" cy="146050"/>
            </p14:xfrm>
          </p:contentPart>
        </mc:Choice>
        <mc:Fallback xmlns="">
          <p:pic>
            <p:nvPicPr>
              <p:cNvPr id="7" name="墨迹 6"/>
            </p:nvPicPr>
            <p:blipFill>
              <a:blip r:embed="rId11"/>
            </p:blipFill>
            <p:spPr>
              <a:xfrm>
                <a:off x="4635500" y="1098550"/>
                <a:ext cx="177800" cy="14605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8" name="墨迹 7"/>
              <p14:cNvContentPartPr/>
              <p14:nvPr/>
            </p14:nvContentPartPr>
            <p14:xfrm>
              <a:off x="4857750" y="996950"/>
              <a:ext cx="209550" cy="196850"/>
            </p14:xfrm>
          </p:contentPart>
        </mc:Choice>
        <mc:Fallback xmlns="">
          <p:pic>
            <p:nvPicPr>
              <p:cNvPr id="8" name="墨迹 7"/>
            </p:nvPicPr>
            <p:blipFill>
              <a:blip r:embed="rId13"/>
            </p:blipFill>
            <p:spPr>
              <a:xfrm>
                <a:off x="4857750" y="996950"/>
                <a:ext cx="209550" cy="1968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9" name="墨迹 8"/>
              <p14:cNvContentPartPr/>
              <p14:nvPr/>
            </p14:nvContentPartPr>
            <p14:xfrm>
              <a:off x="5029200" y="1060450"/>
              <a:ext cx="139700" cy="139700"/>
            </p14:xfrm>
          </p:contentPart>
        </mc:Choice>
        <mc:Fallback xmlns="">
          <p:pic>
            <p:nvPicPr>
              <p:cNvPr id="9" name="墨迹 8"/>
            </p:nvPicPr>
            <p:blipFill>
              <a:blip r:embed="rId15"/>
            </p:blipFill>
            <p:spPr>
              <a:xfrm>
                <a:off x="5029200" y="1060450"/>
                <a:ext cx="139700" cy="13970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0" name="墨迹 9"/>
              <p14:cNvContentPartPr/>
              <p14:nvPr/>
            </p14:nvContentPartPr>
            <p14:xfrm>
              <a:off x="5016500" y="1085850"/>
              <a:ext cx="6350" cy="285750"/>
            </p14:xfrm>
          </p:contentPart>
        </mc:Choice>
        <mc:Fallback xmlns="">
          <p:pic>
            <p:nvPicPr>
              <p:cNvPr id="10" name="墨迹 9"/>
            </p:nvPicPr>
            <p:blipFill>
              <a:blip r:embed="rId17"/>
            </p:blipFill>
            <p:spPr>
              <a:xfrm>
                <a:off x="5016500" y="1085850"/>
                <a:ext cx="6350" cy="28575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1" name="墨迹 10"/>
              <p14:cNvContentPartPr/>
              <p14:nvPr/>
            </p14:nvContentPartPr>
            <p14:xfrm>
              <a:off x="5238750" y="984250"/>
              <a:ext cx="88900" cy="292100"/>
            </p14:xfrm>
          </p:contentPart>
        </mc:Choice>
        <mc:Fallback xmlns="">
          <p:pic>
            <p:nvPicPr>
              <p:cNvPr id="11" name="墨迹 10"/>
            </p:nvPicPr>
            <p:blipFill>
              <a:blip r:embed="rId19"/>
            </p:blipFill>
            <p:spPr>
              <a:xfrm>
                <a:off x="5238750" y="984250"/>
                <a:ext cx="88900" cy="29210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2" name="墨迹 11"/>
              <p14:cNvContentPartPr/>
              <p14:nvPr/>
            </p14:nvContentPartPr>
            <p14:xfrm>
              <a:off x="5359400" y="1098550"/>
              <a:ext cx="76200" cy="107950"/>
            </p14:xfrm>
          </p:contentPart>
        </mc:Choice>
        <mc:Fallback xmlns="">
          <p:pic>
            <p:nvPicPr>
              <p:cNvPr id="12" name="墨迹 11"/>
            </p:nvPicPr>
            <p:blipFill>
              <a:blip r:embed="rId21"/>
            </p:blipFill>
            <p:spPr>
              <a:xfrm>
                <a:off x="5359400" y="1098550"/>
                <a:ext cx="76200" cy="1079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3" name="墨迹 12"/>
              <p14:cNvContentPartPr/>
              <p14:nvPr/>
            </p14:nvContentPartPr>
            <p14:xfrm>
              <a:off x="5499100" y="958850"/>
              <a:ext cx="69850" cy="107950"/>
            </p14:xfrm>
          </p:contentPart>
        </mc:Choice>
        <mc:Fallback xmlns="">
          <p:pic>
            <p:nvPicPr>
              <p:cNvPr id="13" name="墨迹 12"/>
            </p:nvPicPr>
            <p:blipFill>
              <a:blip r:embed="rId23"/>
            </p:blipFill>
            <p:spPr>
              <a:xfrm>
                <a:off x="5499100" y="958850"/>
                <a:ext cx="69850" cy="10795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4" name="墨迹 13"/>
              <p14:cNvContentPartPr/>
              <p14:nvPr/>
            </p14:nvContentPartPr>
            <p14:xfrm>
              <a:off x="5511800" y="1041400"/>
              <a:ext cx="19050" cy="292100"/>
            </p14:xfrm>
          </p:contentPart>
        </mc:Choice>
        <mc:Fallback xmlns="">
          <p:pic>
            <p:nvPicPr>
              <p:cNvPr id="14" name="墨迹 13"/>
            </p:nvPicPr>
            <p:blipFill>
              <a:blip r:embed="rId25"/>
            </p:blipFill>
            <p:spPr>
              <a:xfrm>
                <a:off x="5511800" y="1041400"/>
                <a:ext cx="19050" cy="29210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5" name="墨迹 14"/>
              <p14:cNvContentPartPr/>
              <p14:nvPr/>
            </p14:nvContentPartPr>
            <p14:xfrm>
              <a:off x="5702300" y="939800"/>
              <a:ext cx="12700" cy="44450"/>
            </p14:xfrm>
          </p:contentPart>
        </mc:Choice>
        <mc:Fallback xmlns="">
          <p:pic>
            <p:nvPicPr>
              <p:cNvPr id="15" name="墨迹 14"/>
            </p:nvPicPr>
            <p:blipFill>
              <a:blip r:embed="rId27"/>
            </p:blipFill>
            <p:spPr>
              <a:xfrm>
                <a:off x="5702300" y="939800"/>
                <a:ext cx="12700" cy="4445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6" name="墨迹 15"/>
              <p14:cNvContentPartPr/>
              <p14:nvPr/>
            </p14:nvContentPartPr>
            <p14:xfrm>
              <a:off x="5588000" y="1035050"/>
              <a:ext cx="165100" cy="311150"/>
            </p14:xfrm>
          </p:contentPart>
        </mc:Choice>
        <mc:Fallback xmlns="">
          <p:pic>
            <p:nvPicPr>
              <p:cNvPr id="16" name="墨迹 15"/>
            </p:nvPicPr>
            <p:blipFill>
              <a:blip r:embed="rId29"/>
            </p:blipFill>
            <p:spPr>
              <a:xfrm>
                <a:off x="5588000" y="1035050"/>
                <a:ext cx="165100" cy="31115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7" name="墨迹 16"/>
              <p14:cNvContentPartPr/>
              <p14:nvPr/>
            </p14:nvContentPartPr>
            <p14:xfrm>
              <a:off x="5816600" y="984250"/>
              <a:ext cx="76200" cy="127000"/>
            </p14:xfrm>
          </p:contentPart>
        </mc:Choice>
        <mc:Fallback xmlns="">
          <p:pic>
            <p:nvPicPr>
              <p:cNvPr id="17" name="墨迹 16"/>
            </p:nvPicPr>
            <p:blipFill>
              <a:blip r:embed="rId31"/>
            </p:blipFill>
            <p:spPr>
              <a:xfrm>
                <a:off x="5816600" y="984250"/>
                <a:ext cx="76200" cy="12700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18" name="墨迹 17"/>
              <p14:cNvContentPartPr/>
              <p14:nvPr/>
            </p14:nvContentPartPr>
            <p14:xfrm>
              <a:off x="5867400" y="1028700"/>
              <a:ext cx="44450" cy="158750"/>
            </p14:xfrm>
          </p:contentPart>
        </mc:Choice>
        <mc:Fallback xmlns="">
          <p:pic>
            <p:nvPicPr>
              <p:cNvPr id="18" name="墨迹 17"/>
            </p:nvPicPr>
            <p:blipFill>
              <a:blip r:embed="rId33"/>
            </p:blipFill>
            <p:spPr>
              <a:xfrm>
                <a:off x="5867400" y="1028700"/>
                <a:ext cx="44450" cy="15875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19" name="墨迹 18"/>
              <p14:cNvContentPartPr/>
              <p14:nvPr/>
            </p14:nvContentPartPr>
            <p14:xfrm>
              <a:off x="5715000" y="1092200"/>
              <a:ext cx="355600" cy="355600"/>
            </p14:xfrm>
          </p:contentPart>
        </mc:Choice>
        <mc:Fallback xmlns="">
          <p:pic>
            <p:nvPicPr>
              <p:cNvPr id="19" name="墨迹 18"/>
            </p:nvPicPr>
            <p:blipFill>
              <a:blip r:embed="rId35"/>
            </p:blipFill>
            <p:spPr>
              <a:xfrm>
                <a:off x="5715000" y="1092200"/>
                <a:ext cx="355600" cy="355600"/>
              </a:xfrm>
              <a:prstGeom prst="rect"/>
            </p:spPr>
          </p:pic>
        </mc:Fallback>
      </mc:AlternateContent>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8.xml><?xml version="1.0" encoding="utf-8"?>
<p:tagLst xmlns:p="http://schemas.openxmlformats.org/presentationml/2006/main">
  <p:tag name="commondata" val="eyJoZGlkIjoiY2Q0MjYyYmFlNWZlMTE5MzhiMTU0MjgxNzYwNDU4MWUifQ=="/>
  <p:tag name="COMMONDATA" val="eyJoZGlkIjoiNmJjMGRhMTE0MmQ0NDE2NDVhNGVjNzNjMmU4NWFkNzY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3192</Words>
  <Application>WPS 演示</Application>
  <PresentationFormat>宽屏</PresentationFormat>
  <Paragraphs>225</Paragraphs>
  <Slides>26</Slides>
  <Notes>5</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1</vt:i4>
      </vt:variant>
      <vt:variant>
        <vt:lpstr>幻灯片标题</vt:lpstr>
      </vt:variant>
      <vt:variant>
        <vt:i4>26</vt:i4>
      </vt:variant>
    </vt:vector>
  </HeadingPairs>
  <TitlesOfParts>
    <vt:vector size="42" baseType="lpstr">
      <vt:lpstr>Arial</vt:lpstr>
      <vt:lpstr>宋体</vt:lpstr>
      <vt:lpstr>Wingdings</vt:lpstr>
      <vt:lpstr>微软雅黑</vt:lpstr>
      <vt:lpstr>Wingdings</vt:lpstr>
      <vt:lpstr>Arial</vt:lpstr>
      <vt:lpstr>DIN-BoldItalic</vt:lpstr>
      <vt:lpstr>等线</vt:lpstr>
      <vt:lpstr>Arial Unicode MS</vt:lpstr>
      <vt:lpstr>Calibri</vt:lpstr>
      <vt:lpstr>Times New Roman</vt:lpstr>
      <vt:lpstr>Segoe Print</vt:lpstr>
      <vt:lpstr>Office 主题​​</vt:lpstr>
      <vt:lpstr>1_自定义设计方案</vt:lpstr>
      <vt:lpstr>自定义设计方案</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1.系统搭建及串行通信连接</vt:lpstr>
      <vt:lpstr>3.系统工作模式的设计实现</vt:lpstr>
      <vt:lpstr>5.基于定时器的交通灯正常通行模式的实现</vt:lpstr>
      <vt:lpstr>6. 上位机与本地交通灯模块间的串行通信</vt:lpstr>
      <vt:lpstr>7.按键检测与模式切换控制</vt:lpstr>
      <vt:lpstr>PowerPoint 演示文稿</vt:lpstr>
      <vt:lpstr>PowerPoint 演示文稿</vt:lpstr>
      <vt:lpstr>9. 按键控制主函数设计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JK</cp:lastModifiedBy>
  <cp:revision>331</cp:revision>
  <dcterms:created xsi:type="dcterms:W3CDTF">2019-06-19T02:08:00Z</dcterms:created>
  <dcterms:modified xsi:type="dcterms:W3CDTF">2025-10-17T06:28:03Z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2052-11.1.0.14252</vt:lpwstr>
  </property>
  <property fmtid="{D5CDD505-2E9C-101B-9397-08002B2CF9AE}" pid="3" name="ICV">
    <vt:lpwstr>53D3F21E25BF45119D793696D9634ED0_12</vt:lpwstr>
  </property>
</Properties>
</file>